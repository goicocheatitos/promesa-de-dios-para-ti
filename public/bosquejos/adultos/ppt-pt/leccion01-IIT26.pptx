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E87C1E">
              <a:alpha val="70000"/>
            </a:srgbClr>
          </a:solidFill>
          <a:ln w="12700">
            <a:solidFill>
              <a:srgbClr val="E87C1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AVALIE-SE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4 de abril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7C1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o Pai me amou, também eu os amei; permanecei no meu amor."  —  João 15:9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7C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Deus descreve sua relação atual com Ele, e o que você precisa fazer hoje para permanecer conectado à Videira?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Como você classificaria sua relação com Deus neste momento: fria, morna ou genuinamente viva? O que te levou a essa conclusão?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já sentiu que sua vida espiritual havia sido mais intensa no passado? O que você acha que fez a diferença?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condição espiritual atual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Jesus, a Testemunha Fiel, descreve com honestidade a mornidão laodiceia: nem frios nem quentes, autossuficientes e sem perceber nossa verdadeira necessidade espiritual.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Apocalipse 3:14-17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3:14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Testemunha que não mente: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Se apresenta como a Testemunha Fiel e Verdadeira. Seu diagnóstico é exato: conhece o estado real de nossa relação com Ele.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3:15-16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Mornidão: o maior perigo: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somos frios nem quentes. Dedicamos um pouco a Deus achando que é suficiente, mas essa mornidão é repugnante para quem nos ama profundamente.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3:17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Autoengano espiritual: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Pensamos que não precisamos de nada, mas somos miseráveis, pobres, cegos e nus. O orgulho nos impede de ver nossa real condição diante de Deus.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repreensão amorosa de Deus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nos ama, Jesus nos repreende e nos oferece tudo o que precisamos: fé genuína, justiça de Cristo e visão espiritual para sair de nossa condição laodiceia.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Apocalipse 3:18-20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3:18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remédio divino: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oferece ouro refinado (fé genuína), vestes brancas (justiça de Cristo) e colírio (discernimento espiritual). São dons gratuitos para quem reconhece sua necessidade.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3:19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repreensão é amor: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repreende e disciplina a quem ama. Sua correção não é rejeição, mas um convite urgente para nos arrependermos com fervor e transformar nossa vida espiritual.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Apoc. 3:20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à porta: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Senhor do universo bate à porta do nosso coração pedindo para entrar. Ele aguarda nossa resposta; a iniciativa divina sempre precede nossa decisão.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Permanecer em Cristo como estilo de vida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descreve a vida espiritual como ramos conectados à Videira. Permanecer nEle não é um esforço humano, mas uma resposta de amor que produz fruto real.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15:1-11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15:1-3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Videira e o Lavrador: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é a Videira verdadeira e o Pai é o Lavrador. Nossa vida espiritual depende dessa conexão; fora de Cristo não podemos fazer nada com valor eterno.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15:4-6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Permanecer: o princípio da vida: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'permanecer' se repete dez vezes. Viver em Cristo significa manter uma conexão diária e constante com Ele, como o ramo recebe seiva da videira.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15:7-11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Fruto, alegria e amor: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de permanecer em Cristo é oração respondida, fruto abundante e alegria completa. Esse amor não é uma norma imposta, mas a resposta natural ao Seu amor por nós.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"'Permanecei em mim, e eu em vós'. Permanecer em Cristo significa uma constante recepção do Seu Espírito, uma vida de entrega sem reservas ao Seu serviço. O canal de comunicação deve estar continuamente aberto entre o homem e o seu Deus."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Desejado de Todas as Nações, p. 676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área concreta da sua vida espiritual você reconhece sinais de mornidão ou autossuficiência?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mudança concreta Deus está pedindo que você faça hoje para abrir a porta a uma relação mais profunda com Ele?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prática concreta você pode incorporar esta semana para manter uma conexão diária mais genuína com Cristo?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avaliarei honestamente minha relação com Deus e pedirei que Ele a revitalize.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0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Separarei tempo diário para orar e ler a Bíblia com genuíno desejo de permanecer em Cristo.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Compartilharei com alguém próximo o que Deus está transformando em minha vida espiritual.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E87C1E">
              <a:alpha val="25000"/>
            </a:srgbClr>
          </a:solidFill>
          <a:ln w="12700">
            <a:solidFill>
              <a:srgbClr val="E87C1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1 · AVALIE-SE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