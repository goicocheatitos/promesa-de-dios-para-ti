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E87C1E">
              <a:alpha val="70000"/>
            </a:srgbClr>
          </a:solidFill>
          <a:ln w="12700">
            <a:solidFill>
              <a:srgbClr val="E87C1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ARREPENDIMENTO E PERDÃO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6 de junho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7C1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confessarmos os nossos pecados, Deus é fiel e justo para nos perdoar e nos purificar de toda injustiça."  —  1 João 1:9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0"/>
          </a:solidFill>
          <a:ln w="12700">
            <a:solidFill>
              <a:srgbClr val="E87C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Deus faz quando nos afastamos dEle, e como o arrependimento genuíno e o Seu perdão restauram nossa relação rota?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Quanto tempo você normalmente leva para voltar a Deus quando sente que se afastou dEle? O que facilita ou dificulta esse retorno?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já experimentou o perdão de Deus de maneira tão real que transformou sua vida? O que mudou em você depois dessa experiência?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Santo nos convence de pecado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arrependimento age o Espírito Santo, convencendo o coração. Quando sentimos que algo não está certo em nossa relação com Deus, esse desconforto é um sinal do Seu amor que nos chama a voltar.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16:7-8; Oseias 6:1-3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16:7-8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convence de pecado: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Santo convence o mundo de pecado, de justiça e de juízo. Essa convicção não é condenação, mas o amor de Deus agindo em nós para restaurar a relação rota.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Ose. 6:1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nos feriu e nos curará: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profeta chama o povo: 'Vinde, voltemos ao Senhor, porque Ele nos feriu e nos sarará'. O mesmo Deus que permite a dor do afastamento é quem tem o poder de nos restaurar.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Ose. 6:2-3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certeza do retorno e da cura: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dois dias nos vivificará; no terceiro dia nos ressuscitará. A restauração de Deus é tão certa quanto o amanhecer para quem se volta a Ele de todo o coração.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arrependimento que restaura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arrependimento bíblico não é apenas tristeza pelo pecado: é uma mudança de direção, um retorno genuíno a Deus. Pedro e Paulo mostram que Deus recebe de volta com graça quem volta para Ele.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Atos 3:19; Ezequiel 36:25-27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Atos 3:19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Arrependei-vos para que venham tempos de refrigério: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chama a se arrepender e se converter para que os pecados sejam apagados. O arrependimento abre a porta para os 'tempos de refrigério' que vêm da presença do Senhor.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Ezeq. 36:25-26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 de carne em lugar do coração de pedra: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promete aspergir água pura e dar um coração novo. O arrependimento não é mudança de comportamento por esforço próprio, mas a obra transformadora de Deus no interior.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João 1:9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confessarmos nossos pecados: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confessarmos nossos pecados, Deus é fiel e justo para perdoar nossos pecados e nos purificar de toda injustiça. A confissão específica ativa a promessa concreta do perdão divino.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vestidura da justiça: o perdão que cobre e transforma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perdão de Deus não apenas remove a culpa: nos cobre com a justiça de Cristo. A parábola do banquete mostra que Deus não apenas nos readmite, mas nos veste com roupa de festa.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22:1-14; Apocalipse 7:14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22:1-3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convite ao banquete: graça para todos: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rei enviou seus servos para convidar ao banquete. O arrependimento é responder ao convite. Deus não nos admite pelo que somos, mas pela graça com que nos cobre.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22:11-12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vestidura de casamento necessária: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convidado sem vestidura adequada foi posto de fora. A roupa representa a justiça de Cristo: não nossa justificação própria, mas a que Ele nos oferece gratuitamente pela fé.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7:14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Vestiduras lavadas no sangue do Cordeiro: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remidos lavaram suas vestes e as alvejaram no sangue do Cordeiro. O perdão de Deus não apenas apaga o pecado: nos transforma em novos seres vestidos com Sua própria justiça.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linho branco é a justiça de Cristo, o Seu próprio caráter sem mancha, que por meio da fé é imputada a todos os que O recebem como Salvador pessoal."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Palavras de Vida do Grande Mestre, p. 252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sente aquela 'incomodidade espiritual' que indica afastamento de Deus, qual é sua resposta habitual: fugir, ignorar ou se aproximar dEle?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algo que você tem adiado confessar a Deus? O que impede que você dê esse passo agora?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recebendo o perdão de Deus como definitivo, ou continua carregando a culpa de pecados que já confessou a Ele?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me aproximarei de Deus com um arrependimento honesto por algo que tenho adiado confessar.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0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Receberei o perdão de Deus como definitivo e deixarei de carregar a culpa de pecados que já confessei a Ele.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feri alguém, buscarei a reconciliação com humildade e amor, confiando no poder da graça de Deus.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E87C1E">
              <a:alpha val="25000"/>
            </a:srgbClr>
          </a:solidFill>
          <a:ln w="12700">
            <a:solidFill>
              <a:srgbClr val="E87C1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10 · ARREPENDIMENTO E PERDÃO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