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20 de junho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377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"Deus, o Senhor, me deu língua de sábios para saber falar palavra de alento ao cansado."  —  Isaías 50:4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 sua experiência com Deus sua maneira de compartilhar o evangelho, e que esperança você oferece a quem se afastou dEle?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Quando foi a última vez que você compartilhou sua fé com alguém de maneira natural e espontânea? Como resultou essa experiência?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Você tem pessoas queridas que se afastaram de Deus? Que sentimentos e perguntas essa situação gera em você?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Comissão: o chamado a testemunhar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últimas palavras de Jesus antes de ascender foram uma comissão universal: ir e fazer discípulos de todas as nações. Essa missão não é opcional, mas o resultado natural de uma relação viva com Ele.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 28:18-20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28:18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autoridade me foi dada: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declara que tem toda autoridade no céu e na terra. O testemunho cristão não depende de nossas forças, mas da autoridade absoluta de quem nos envia.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28:19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 fazei discípulos: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mandato é claro: ir, fazer discípulos, batizar. Não é apenas pregar informação, mas acompanhar as pessoas no processo de conhecer a Cristo e crescer em sua relação com Ele.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28:20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estarei convosco sempre: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prometeu Sua presença até o fim do mundo. O testemunho não é uma missão solitária: Cristo vai conosco a cada conversa, cada ato de amor, cada partilha da fé.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amor de Deus: motivação para compartilhar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Compartilhamos nossa fé não por obrigação religiosa, mas porque fomos transformados pelo amor de Deus. Quem experimentou esse amor genuinamente não consegue guardar para si mesmo.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Pedro 3:15; 2 Coríntios 5:14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Ped. 3:15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prontos para dar razão da esperança: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pede que estejamos sempre prontos para dar razão da esperança que há em nós, com mansidão e temor. O testemunho parte da esperança pessoal vivida, não de argumentos externos.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Cor. 5:14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amor de Cristo nos constrange: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amor de Cristo nos constrange. A motivação mais poderosa para o testemunho não é o dever, mas o transbordar de quem experimentou a graça transformadora de Deus em sua própria vida.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4:28-29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samaritana que não pôde calar: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encontrar Jesus, a samaritana foi imediatamente à cidade dizer: 'Vinde ver um homem que me disse tudo o que fiz'. O encontro genuíno com Cristo produz testemunho espontâneo.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Esperança para os que se afastaram de Deus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Oseias mostrou o amor de Deus por um povo infiel. Há esperança para os que se afastaram: Deus não desiste, busca ativamente e chama de volta com amor. Essa esperança podemos compartilhar.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Oseias 14:1-4; Lucas 15:20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Ose. 14:1-2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Volta, ó Israel, ao Senhor teu Deus: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chamado profético é: 'Volta, ó Israel, ao Senhor teu Deus, pois tropeçaste em tua iniquidade'. Deus convida ao retorno mesmo depois de repetidas infidelidades.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Ose. 14:3-4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Sanarei o seu desvio, amarei-os de graça: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promete curar o desvio e amar de graça. Essa mensagem de esperança incondicional é o coração do que temos para compartilhar com quem se sente longe e sem esperança.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15:20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que corre ao encontro do filho: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viu o filho de longe e correu ao seu encontro. Essa imagem revela o coração de Deus para com os que se afastaram: não espera com julgamento, mas corre com amor.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pessoas que se ocupam mais ativamente em fazer com interesse e fidelidade a obra que lhes corresponde na tarefa de ganhar almas para Cristo são as que mais se desenvolvem em espiritualidade e devoção."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Evangelismo, p. 358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quem especificamente você sente que Deus está chamando você a compartilhar sua fé neste momento? Que primeiro passo você poderia dar esta semana?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testemunho parte de um transbordamento da sua experiência com Deus ou se sente mais como uma obrigação religiosa? O que mudaria se fosse mais do primeiro?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um ser querido afastado de Deus? Como a imagem do pai que corre ao encontro do filho muda sua maneira de orar e de se relacionar com essa pessoa?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orarei diariamente por uma pessoa específica que não conhece a Cristo ou que se afastou dEle.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E0F4F4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Buscarei uma oportunidade natural de compartilhar meu testemunho pessoal de como Deus transformou minha vida.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tenho um ente querido afastado de Deus, me aproximarei dele com amor e sem julgamento, confiando no poder da oração.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12 · COMPARTILHE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