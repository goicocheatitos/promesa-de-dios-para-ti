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2D7A3A">
              <a:alpha val="70000"/>
            </a:srgbClr>
          </a:solidFill>
          <a:ln w="12700">
            <a:solidFill>
              <a:srgbClr val="2D7A3A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2D7A3A">
              <a:alpha val="45000"/>
            </a:srgbClr>
          </a:solidFill>
          <a:ln w="12700">
            <a:solidFill>
              <a:srgbClr val="2D7A3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2D7A3A">
              <a:alpha val="45000"/>
            </a:srgbClr>
          </a:solidFill>
          <a:ln w="12700">
            <a:solidFill>
              <a:srgbClr val="2D7A3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DA BÍBLIA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25 de abril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D7A3A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Palavra de Deus é viva e eficaz, mais afiada do que qualquer espada de dois gumes."  —  Hebreus 4:12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E8F5EA"/>
          </a:solidFill>
          <a:ln w="12700">
            <a:solidFill>
              <a:srgbClr val="2D7A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lugar ocupa realmente a Bíblia em sua vida e como ela pode te transformar se você a receber como a Palavra viva de Deus?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Quando foi a última vez que a Bíblia falou com você de maneira tão direta que mudou algo concreto em sua vida? O que aconteceu?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Que obstáculos impedem com maior frequência que você leia e estude a Bíblia com profundidade e regularidade?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Bíblia: autoridade viva e poderosa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Escritura é inspirada por Deus e útil para ensinar, repreender, corrigir e adestrar em justiça. Não é um livro comum: é a Palavra viva que discerne os pensamentos do coração.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Timóteo 3:15-17; Hebreus 4:12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Tim. 3:15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Sabedoria que conduz à salvação: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Sagradas Escrituras podem nos tornar sábios para a salvação mediante a fé em Cristo Jesus. A Bíblia não apenas informa a mente, mas transforma o coração rumo a Deus.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Tim. 3:16-17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Inspirada por Deus e útil: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Escritura é inspirada por Deus (theopneustos: soprada por Deus) e serve para ensinar, repreender, corrigir e instruir em justiça, equipando completamente o crente.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Heb. 4:12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que penetra o coração: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de Deus é viva, eficaz e mais afiada do que qualquer espada. Penetra até o mais íntimo do ser e discerne os pensamentos e intenções do coração.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Bíblia como verdade que santifica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de Deus é verdade plena e seu propósito é santificar-nos: transformar nosso caráter, orientar nossas decisões e separar-nos para Deus em nosso cotidiano.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17:17; Salmo 119:11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17:17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Santificados na verdade: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orou ao Pai: 'Santifica-os na tua verdade; a tua Palavra é a verdade'. A Escritura não apenas informa, mas santifica quem a recebe e obedece com fé.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Sal. 119:11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Guardada no coração contra o pecado: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 Palavra no coração é a defesa mais eficaz contra o pecado. A memorização e meditação das Escrituras transforma os pensamentos e fortalece o caráter.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Sal. 119:105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Lâmpada para os meus pés: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de Deus ilumina o caminho em um mundo de confusão. Quem a segue sabe para onde vai e como tomar decisões que honram a Deus em cada etapa da vida.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espiritual para receber a Palavra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basta ter a Bíblia: é preciso recebê-la com fé e humildade, dependendo do Espírito Santo para compreendê-la. A mente natural não pode discernir as coisas de Deus.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Coríntios 2:14; João 16:13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Cor. 2:14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homem natural não pode compreender: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coisas do Espírito de Deus parecem loucura ao homem natural; não pode conhecê-las porque precisam ser discernidas espiritualmente. O coração humilde abre-se à verdade divina.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16:13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Espírito guia à verdade plena: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Espírito da verdade guia a toda a verdade. Estudar a Bíblia dependendo dEle transforma o estudo de um exercício intelectual em uma comunhão transformadora com Deus.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Sal. 119:18  —  </a:t>
            </a:r>
            <a:pPr indent="0" marL="0">
              <a:buNone/>
            </a:pPr>
            <a:r>
              <a:rPr lang="en-US" sz="11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Orar antes de ler: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'Descobre os meus olhos, e contemplarei as maravilhas da tua lei.' A oração antes do estudo é o reconhecimento de que precisamos do Espírito para entender a Palavra.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A3A00"/>
          </a:solidFill>
          <a:ln w="12700">
            <a:solidFill>
              <a:srgbClr val="8A3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FFF0E5"/>
          </a:solidFill>
          <a:ln w="12700">
            <a:solidFill>
              <a:srgbClr val="D4A0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8A3A00"/>
          </a:solidFill>
          <a:ln w="12700">
            <a:solidFill>
              <a:srgbClr val="8A3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3A00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"Satanás emprega todo artifício possível para impedir que os homens obtenham um conhecimento da Bíblia, pois sua linguagem clara revela seus enganos. Sabe que a poderosa Palavra de Deus o torna impotente."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O Grande Conflito, p. 651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8A3A00"/>
          </a:solidFill>
          <a:ln w="12700">
            <a:solidFill>
              <a:srgbClr val="8A3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foi a última vez que a Bíblia repreendeu ou corrigiu algo concreto em sua vida? Como você respondeu a essa experiência?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FFF0E5"/>
          </a:solidFill>
          <a:ln w="12700">
            <a:solidFill>
              <a:srgbClr val="D4A0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8A3A00"/>
          </a:solidFill>
          <a:ln w="12700">
            <a:solidFill>
              <a:srgbClr val="8A3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alguma área de sua vida em que você sabe que a Bíblia está chamando você a uma transformação que você tem postergado?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A06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8A3A00"/>
          </a:solidFill>
          <a:ln w="12700">
            <a:solidFill>
              <a:srgbClr val="8A3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que atitude você costuma abrir a Bíblia: como dever, como costume ou com genuíno desejo de ouvir a voz de Deus?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2D7A3A">
              <a:alpha val="40000"/>
            </a:srgbClr>
          </a:solidFill>
          <a:ln w="12700">
            <a:solidFill>
              <a:srgbClr val="2D7A3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2D7A3A">
              <a:alpha val="30000"/>
            </a:srgbClr>
          </a:solidFill>
          <a:ln w="12700">
            <a:solidFill>
              <a:srgbClr val="2D7A3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D7A3A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lerei a Bíblia pelo menos 15 minutos diários com oração prévia pedindo discernimento espiritual.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E8F5EA">
              <a:alpha val="92000"/>
            </a:srgbClr>
          </a:solidFill>
          <a:ln w="12700">
            <a:solidFill>
              <a:srgbClr val="2D7A3A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Memorizarei um versículo que o Senhor use para falar comigo esta semana e o compartilharei com alguém.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2D7A3A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Identificarei uma área de minha vida onde preciso obedecer a Palavra e darei um passo concreto de obediência.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52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2D7A3A">
              <a:alpha val="40000"/>
            </a:srgbClr>
          </a:solidFill>
          <a:ln w="12700">
            <a:solidFill>
              <a:srgbClr val="2D7A3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2D7A3A">
              <a:alpha val="25000"/>
            </a:srgbClr>
          </a:solidFill>
          <a:ln w="12700">
            <a:solidFill>
              <a:srgbClr val="2D7A3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2D7A3A">
              <a:alpha val="30000"/>
            </a:srgbClr>
          </a:solidFill>
          <a:ln w="12700">
            <a:solidFill>
              <a:srgbClr val="2D7A3A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2D7A3A"/>
          </a:solidFill>
          <a:ln w="12700">
            <a:solidFill>
              <a:srgbClr val="2D7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4 · O PAPEL DA BÍBLIA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