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B8860B">
              <a:alpha val="70000"/>
            </a:srgbClr>
          </a:solidFill>
          <a:ln w="12700">
            <a:solidFill>
              <a:srgbClr val="B8860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B8860B">
              <a:alpha val="45000"/>
            </a:srgbClr>
          </a:solidFill>
          <a:ln w="12700">
            <a:solidFill>
              <a:srgbClr val="B8860B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B8860B">
              <a:alpha val="45000"/>
            </a:srgbClr>
          </a:solidFill>
          <a:ln w="12700">
            <a:solidFill>
              <a:srgbClr val="B8860B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 DA LIÇÃO DA ESCOLA SABATINA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FÉ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Sábado 23 de maio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8860B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fé é a certeza do que esperamos, a convicção do que não vemos."  —  Hebreus 11:1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Reflita antes de começar: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FFF8E1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0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 fé bíblica, como ela pode crescer em sua vida, e de que maneira a fé de Jesus deve transformar sua relação com Deus e sua obediência cotidiana?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Sua fé já vacilou alguma vez? Que circunstâncias puseram à prova sua confiança em Deus e como você saiu desse momento?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Que diferença prática faz em sua vida diária o fato de ter ou não ter fé? Como isso se nota em suas decisões e atitudes?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fé que Jesus vê e honra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reconhecia e honrava a fé genuína onde quer que a encontrasse, mesmo entre quem não era israelita. A fé não precisa ser perfeita nem grande: basta que seja real e dirigida a Cristo.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Mateus 15:21-28; Lucas 7:1-10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15:21-23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fé que persiste ante o silêncio: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mulher cananeia clamou a Jesus e a princípio não recebeu resposta. Contudo, continuou pedindo com fé persistente. A fé verdadeira não se rende ante o aparente silêncio de Deus.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15:24-28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fé em terreno inóspito: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declarou que a dessa mulher era 'grande fé' e respondeu ao seu pedido. Sua confiança em Cristo superou todos os obstáculos culturais, raciais e teológicos que se interpunham.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Luc. 7:1-10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 que reconhece a autoridade de Cristo: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centurião não se considerou digno de que Jesus entrasse em sua casa; sabia que bastava Sua palavra. Jesus o apresentou como exemplo de uma fé que não havia encontrado nem em Israel.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fé: dom de Deus, não esforço humano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fé bíblica não é um esforço humano nem uma conquista pessoal: é um dom de Deus recebido pela graça. Isso muda radicalmente nossa relação com a obediência e a salvação.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Efésios 2:8-9; Romanos 10:17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Efe. 2:8-9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 pela fé, não pelas obras: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salvação é pela graça mediante a fé, e isso não vem de nós: é dom de Deus. Não é resultado das obras, para que ninguém se glorie. A fé recebe o que a graça oferece.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Rom. 10:17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fé vem pela Palavra: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fé vem pelo ouvir, e o ouvir pela Palavra de Cristo. Expor-se regularmente à Palavra de Deus é a maneira prática de alimentar e fazer crescer nossa fé.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Mar. 9:24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Senhor, eu creio; ajuda a minha incredulidade: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 do menino lunático confessou sua fé misturada com dúvida. Essa oração honesta é um modelo: trazer a Deus tanto a fé que temos quanto a que precisamos, sem fingimento.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fé de Jesus: modelo de confiança perfeita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Apocalipse, Jesus é chamado de 'A testemunha fiel e verdadeira'. Sua fé perfeita no Pai, mesmo na cruz, é o modelo para nossa própria experiência de confiança.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Apocalipse 14:12; Gálatas 2:20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14:12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 de Jesus e obediência: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santos são descritos como aqueles que guardam os mandamentos de Deus e têm a fé de Jesus. Não apenas fé EM Jesus, mas a mesma fé QUE Jesus tinha: plena confiança no Pai.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Gál. 2:20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Cristo vive em mim pela fé: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diz que vive pela fé do Filho de Deus que o amou e Se entregou por ele. A vida cristã não é imitar Jesus com esforço próprio, mas deixar que Sua fé opere em nós.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Heb. 12:2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Jesus: autor e consumador da fé: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é o autor e consumador de nossa fé. Olhar para Ele, contemplar como Ele confiou no Pai até a cruz, é o mais poderoso antídoto para a dúvida e o desânimo espiritual.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APLIQUE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Reflexão pessoal: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8EEF8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6B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"Nada parece tão fraco e, contudo, tão invencível, como a alma que sente sua insignificância e confia por completo nos méritos do Salvador. Mediante a oração, o estudo de Sua Palavra e o crer que Sua presença mora no coração, o mais fraco ser humano pode vincular-se ao Cristo vivo."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Ellen G. White, O Ministério de Cura, p. 136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experimentou uma resposta de Deus à sua fé em situações aparentemente sem saída? Como essa experiência fortaleceu sua confiança?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8EEF8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está crescendo sua fé atualmente? Que prática concreta poderia adotar para alimentá-la mais regularmente?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área de sua vida você precisa render sua vontade à de Deus e orar pedindo a fé de Jesus para confiar nEle completamente?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5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B8860B">
              <a:alpha val="40000"/>
            </a:srgbClr>
          </a:solidFill>
          <a:ln w="12700">
            <a:solidFill>
              <a:srgbClr val="B8860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B8860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CRIE  — MINHA DECISÃO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sua resposta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B8860B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lembrarei pelo menos três ocasiões em que Deus foi fiel em minha vida para alimentar minha fé presente.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139903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FFF8E1">
              <a:alpha val="92000"/>
            </a:srgbClr>
          </a:solidFill>
          <a:ln w="12700">
            <a:solidFill>
              <a:srgbClr val="B8860B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Identificarei uma situação onde preciso render minha vontade à de Deus e orarei pedindo a fé de Jesus.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245059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B8860B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Compartilharei com alguém uma história de como Deus respondeu à minha fé no passado para fortalecer também a fé dessa pessoa.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350215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5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B8860B">
              <a:alpha val="40000"/>
            </a:srgbClr>
          </a:solidFill>
          <a:ln w="12700">
            <a:solidFill>
              <a:srgbClr val="B8860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B8860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B8860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Lição 8 · A FÉ</dc:title>
  <dc:subject>PptxGenJS Presentation</dc:subject>
  <dc:creator>Dr. Tito Goicochea M.</dc:creator>
  <cp:lastModifiedBy>Dr. Tito Goicochea M.</cp:lastModifiedBy>
  <cp:revision>1</cp:revision>
  <dcterms:created xsi:type="dcterms:W3CDTF">2026-03-15T16:26:42Z</dcterms:created>
  <dcterms:modified xsi:type="dcterms:W3CDTF">2026-03-15T16:26:42Z</dcterms:modified>
</cp:coreProperties>
</file>