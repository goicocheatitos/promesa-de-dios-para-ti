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0D7377">
              <a:alpha val="45000"/>
            </a:srgbClr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0D7377">
              <a:alpha val="45000"/>
            </a:srgbClr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ORAÇÃO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16 de maio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7377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"Povos, esperai nEle em todo tempo; derramai perante Ele o vosso coração. Deus é o nosso refúgio."  —  Salmo 62:8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Jesus te ensinou a orar, e que elementos de louvor, confissão, petição e gratidão faltam ou precisam ser fortalecidos em sua vida de oração?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Como é sua oração típica? É principalmente uma lista de pedidos ou inclui também louvor, confissão e gratidão genuínos?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Você já experimentou algum momento em que sentiu que Deus não respondia suas orações? O que você aprendeu dessa experiência?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oração na crise e a espera em Deus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 orou na vitória do Carmelo e no vale do desânimo. Deus respondeu a ambas as orações com poder, mas também com ternura. A oração nos sustenta nos extremos da experiência.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Reis 19:1-18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Reis 19:1-4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profeta esgotado que ora no deserto: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grande vitória no Carmelo, Elias caiu em depressão e pediu para morrer. Sua oração honesta revela que Deus aceita nossas crises emocionais e responde com compaixão.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Reis 19:5-8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provê antes de responder: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falar-lhe, Deus atendeu às necessidades físicas de Elias: comida e descanso. Às vezes a resposta de Deus à nossa oração começa com o cuidado do nosso corpo e mente.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Reis 19:11-13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voz do silêncio apaziguador: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não estava no vento, no terremoto nem no fogo, mas em uma voz apaziguadora e delicada. Aprender a ouvir essa voz requer quietude, espera e disposição para escutar.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oração que Jesus ensinou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os discípulos pediram que Jesus os ensinasse a orar, Ele lhes deu um modelo que equilibra louvor, dependência, confissão, súplica e confiança na soberania divina.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Mateus 6:5-13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6:5-8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Orar em sinceridade, não para ser visto: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advertiu contra a oração performática. A oração genuína é uma conversa íntima com o Pai, não uma atuação pública. Deus conhece nossas necessidades antes de pedirmos.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6:9-10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nosso: louvor e submissão: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Pai-Nosso começa reconhecendo a santidade de Deus e submetendo-se ao Seu reino e vontade. Colocar a Deus e Sua glória no centro transforma a qualidade de toda oração.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6:11-13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Dependência, confissão e proteção: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Pai-Nosso inclui pedido de provisão diária, perdão dos pecados e libertação do mal. Esses elementos cobrem todas as dimensões da necessidade humana diante de Deus.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elementos de uma oração completa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oração bíblica vai além dos pedidos: inclui adoração, confissão genuína, gratidão e intercessão. Daniel, Paulo e Davi mostram como cada elemento enriquece a vida de oração.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9:4-6; Filipenses 4:6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Dan. 9:4-6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confissão honesta como base da oração: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confesou os pecados de seu povo com profundidade e especificidade. A confissão genuína não minimiza o pecado nem busca justificativas; é o reconhecimento honesto de nossa condição diante de Deus.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Fil. 4:6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ação de graças em toda petição: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instrui a apresentar a Deus toda petição 'com ação de graças'. A gratidão misturada à súplica reconhece que Deus já está agindo, mesmo antes de responder visivelmente.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Sal. 100:4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com louvor e ação de graças: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Salmo convida a entrar nos átrios de Deus com louvor. Começar a oração com adoração posiciona o coração corretamente: reconhecemos quem é Deus antes de apresentar nossas necessidades.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6B44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consultarmos nossas dúvidas e temores, só crescerão as perplexidades. Mas se formos a Deus sentindo-nos desamparados e dependentes, com humildade e confiante fé lhe apresentarmos nossas necessidades, Ele pode e vai atender nosso clamor."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O Caminho a Cristo, pp. 82, 83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momento de sua vida a oração foi seu socorro mais eficaz nas crises? O que essa experiência revela sobre a fidelidade de Deus?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medida a estrutura do Pai-Nosso está presente em sua oração diária? Que elemento poderia enriquecer sua vida de oração esta semana?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oração reflete um relacionamento de duas vias com Deus, ou é principalmente um monólogo de pedidos? Que mudança prática poderia fazer esta semana?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usarei o Pai-Nosso como guia para enriquecer minha oração diária, incluindo louvor e confissão.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E0F4F4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Manterei um diário de oração onde registrarei meus pedidos e as respostas de Deus para fortalecer minha fé.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Orarei por alguém com quem tenho dificuldades, pedindo a Deus que obre nessa relação e em meu próprio coração.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7 · A ORAÇÃO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