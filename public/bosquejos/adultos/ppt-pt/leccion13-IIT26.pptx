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E87C1E">
              <a:alpha val="70000"/>
            </a:srgbClr>
          </a:solidFill>
          <a:ln w="12700">
            <a:solidFill>
              <a:srgbClr val="E87C1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DIREÇÃO À ETERNIDADE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27 de junho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7C1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"Amados, agora somos filhos de Deus; seremos semelhantes a Ele, porque O veremos como Ele é."  —  1 João 3:2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0E0"/>
          </a:solidFill>
          <a:ln w="12700">
            <a:solidFill>
              <a:srgbClr val="E87C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esperança da eternidade com Deus transforma a maneira como você vive hoje e com que urgência e alegria você espera o regresso de Cristo?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Quando você pensa na eternidade, o que é o que mais anseia? E o que é o que mais teme ou gera incerteza em você?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esperança do céu muda concretamente suas prioridades e decisões diárias, ou parece distante e abstrata?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 hoje com urgência eterna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fim de todas as coisas se aproxima. Viver com essa consciência não gera angústia, mas clareza: sabemos o que realmente importa. A brevidade da vida nos chama a fortalecer nossa relação com Deus agora.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 80; 1 Pedro 4:7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Ped. 4:7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fim se aproxima: sede sóbrios e orai: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chama à sobriedade e à oração em vista de que o fim de todas as coisas se aproxima. A eternidade não é desculpa para escapar do presente, mas uma lente que clarifica o prioritário.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80:1-3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Senhor, mostra-nos o Teu rosto: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salmista clama: 'Faze resplandecer o Teu rosto e seremos salvos'. O anseio de ver a Deus face a face impulsiona uma vida de busca genuína, oração constante e dependência de Sua presença.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Tia. 4:13-14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vida como vapor que passa: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vida é apenas um vapor que aparece por um momento e logo desaparece. Essa consciência da brevidade não é pessimismo, mas o convite a investir em o que tem valor eterno.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glória da nova criação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Apocalipse revela que Deus fará novas todas as coisas: nova terra, nova Jerusalém, e o maior privilégio: estar com Ele face a face para sempre. Essa esperança é a âncora da alma.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Apocalipse 21:1-5; 22:3-5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21:1-3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terra e a habitação de Deus com os homens: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viu uma nova terra onde Deus habitará com Seu povo. Esta promessa não é uma escapatória da realidade, mas a restauração da criação original e a relação perfeita com Deus.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21:4-5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haverá mais morte nem pranto: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enxugará toda lágrima; não haverá mais morte, nem pranto, nem dor. Eis que faço novas todas as coisas. Essa promessa dá perspectiva a todo sofrimento presente.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22:3-5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Verão o Seu rosto e reinarão: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remidos verão o rosto de Deus e reinarão para todo o sempre. O maior privilégio da eternidade não é o ambiente, mas a presença direta e eterna do próprio Deus.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convite final: vem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em João 6 quanto em Apocalipse 22, o convite de Deus é simples e urgente: 'Vem'. A eternidade começa agora, na decisão de responder a esse chamado e viver na Sua presença desde hoje.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6:44; Apocalipse 22:17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6:44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atrai e Jesus ressuscita: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pode vir a mim, se o Pai não o trouxer. A iniciativa da salvação é divina. Nossa resposta ao convite eterno é possível porque Deus mesmo trabalha em nós para que possamos vir.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22:17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Espírito e a noiva dizem: Vem: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Espírito e a noiva dizem: Vem. E o que tem sede venha; e quem quiser tome de graça da água da vida. O convite final da Bíblia é um chamado gracioso, inclusivo e urgente.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22:20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venho em breve. Amém, vem Senhor Jesus: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promete: 'Certamente venho em breve'. E a resposta da Igreja é: 'Amém, vem Senhor Jesus'. Viver com essa expectativa transforma cada dia em preparação para o encontro final.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linguagem humana é inadequada para descrever a recompensa dos justos. Somente a conhecerão quem a contemplem. Nenhuma mente finita pode compreender a glória do Paraíso de Deus."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O Grande Conflito, p. 733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soubesse que Jesus regressa em um ano, o que mudaria em suas prioridades e relacionamentos? Por que não fazer essa mudança hoje?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aspecto da vida eterna mais te enche de esperança e alegria? Como essa esperança pode sustentar sua fé no presente?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concluir este trimestre de crescimento espiritual, que decisão concreta você toma para que a eternidade com Deus seja mais real e transformadora em sua vida diária?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viverei com a consciência da eternidade, priorizando o que permanecerá sobre o que passa.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0E0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Orarei esta semana com o salmista: 'Mostra-me o Teu rosto, Senhor', anseio que alimente minha relação com Deus.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Compartilharei com alguém a esperança do regresso de Cristo como encerramento deste trimestre de crescimento espiritual.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E87C1E">
              <a:alpha val="25000"/>
            </a:srgbClr>
          </a:solidFill>
          <a:ln w="12700">
            <a:solidFill>
              <a:srgbClr val="E87C1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13 · EM DIREÇÃO À ETERNIDADE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