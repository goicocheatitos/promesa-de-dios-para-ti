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C85A00">
              <a:alpha val="70000"/>
            </a:srgbClr>
          </a:solidFill>
          <a:ln w="12700">
            <a:solidFill>
              <a:srgbClr val="C85A00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C85A00">
              <a:alpha val="45000"/>
            </a:srgbClr>
          </a:solidFill>
          <a:ln w="12700">
            <a:solidFill>
              <a:srgbClr val="C85A00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C85A00">
              <a:alpha val="45000"/>
            </a:srgbClr>
          </a:solidFill>
          <a:ln w="12700">
            <a:solidFill>
              <a:srgbClr val="C85A00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PRINCIPALES DE LA LECCIÓN DE ESCUELA SABÁTICA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GUERREROS DE ORACIÓN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Sábado 9 de mayo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5A00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"Amo al Señor, porque ha escuchado mi voz y mis súplicas; por eso lo invocaré mientras yo viva."  —  Salmo 116:1,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Reflexiona antes de comenzar: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FFF0E5"/>
          </a:solidFill>
          <a:ln w="12700">
            <a:solidFill>
              <a:srgbClr val="C85A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caracterizó la vida de oración de Daniel, Enoc y Moisés, y cómo puede transformarse tu propia vida de oración a partir de su ejemplo?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¿Con qué frecuencia y profundidad oras actualmente? ¿Qué cambiaría en tu vida si la oración se convirtiera en tu primera respuesta ante cualquier situación?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¿Has experimentado alguna vez una respuesta clara de Dios a una oración? ¿Qué efecto tuvo eso en tu vida de oración posterior?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Daniel: la oración como dependencia constante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oró en la gratitud y en la crisis, en la victoria y frente a la amenaza de muerte. Su oración era genuina, específica y confiada, nacida de una relación real y diaria con Dios.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2:20-23; 6:10-11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Dan. 2:20-21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Alabanza que reconoce la soberanía divina: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Dios le reveló el sueño, Daniel lo alabó inmediatamente. Su oración reconoce que la sabiduría y el poder pertenecen a Dios, quien controla los tiempos y las estaciones.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Dan. 2:22-23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Gratitud por la revelación divina: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agradece a Dios por darle sabiduría, por revelarle el sueño y por escuchar su súplica. La gratitud es el corazón de su vida de oración, no solo los pedidos.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Dan. 6:10-11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oración como costumbre sagrada: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al decreto que lo amenazaba de muerte, Daniel siguió orando tres veces al día como era su costumbre. Para él la oración no era una reacción a las crisis sino el ritmo de su vida.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Enoc: caminar con Dios en medio del mundo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Enoc caminó con Dios trescientos años en un mundo cada vez más perverso. Su secreto era la comunión constante a través de la oración, que lo fue transformando hasta reflejar el carácter divino.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Génesis 5:22-24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Gén. 5:22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Caminar con Dios trescientos años: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nacimiento de Matusalén, Enoc caminó con Dios trescientos años. Esa comunión no fue un momento sino un estilo de vida sostenido en medio de las responsabilidades cotidianas.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Gén. 5:23-24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lo llevó: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Enoc caminó con Dios, y desapareció porque Dios lo llevó. Esta descripción tan breve encierra una de las vidas más plenas de la historia: definida por la intimidad con su Creador.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Rom. 12:12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 en la oración: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Enoc era constante en la oración, manteniéndose cerca de Dios en cada circunstancia. Cuanto más intensas eran sus responsabilidades, más constantes y fervientes eran sus oraciones.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Moisés: la oración intercesora y el diálogo con Dios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vivía casi continuamente en presencia de Dios. Su oración fue de petición, intercesión y hasta atrevida negociación. Esa intimidad fue el secreto de su liderazgo y su mayor fortaleza.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Éxodo 33:15-23; 32:31-32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Éxo. 33:15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presencia no va, no nos muevas: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declaró que no podía avanzar sin la presencia de Dios. Esta dependencia radical es el fundamento de toda intercesión genuina: reconocer que sin Dios no podemos nada.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Éxo. 33:18-19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Muéstrame tu gloria: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pidió ver la gloria de Dios y el Señor respondió revelando su carácter misericordioso. La oración más profunda es siempre la búsqueda del conocimiento personal de Dios.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Éxo. 32:31-32  —  </a:t>
            </a:r>
            <a:pPr indent="0" marL="0">
              <a:buNone/>
            </a:pPr>
            <a:r>
              <a:rPr lang="en-US" sz="1150" b="1" dirty="0">
                <a:solidFill>
                  <a:srgbClr val="4A1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Intercesión que da la vida: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intercedió por Israel ofreciendo ser borrado del libro de Dios en lugar del pueblo. Esta oración refleja el amor sacrificial de Cristo y el poder de la intercesión sincera.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APLICA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Reflexión personal: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78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"Podemos mantenernos tan cerca de Dios que, en cualquier prueba inesperada, nuestros pensamientos se vuelvan hacia él tan naturalmente como la flor se vuelve hacia el Sol."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de White, El camino a Cristo, p. 80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¿Tu oración es principalmente una reacción a las crisis o un hábito diario que mantiene viva tu relación con Dios independientemente de las circunstancias?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 impide hoy que tu vida sea definida, como la de Enoc, por una comunión constante con Dios en medio de tus responsabilidades cotidianas?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E3A78"/>
          </a:solidFill>
          <a:ln w="12700">
            <a:solidFill>
              <a:srgbClr val="1E3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personas o situaciones por las que necesitas comenzar a interceder de manera más constante y perseverante ante Dios?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1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C85A00">
              <a:alpha val="40000"/>
            </a:srgbClr>
          </a:solidFill>
          <a:ln w="12700">
            <a:solidFill>
              <a:srgbClr val="C85A0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C85A00">
              <a:alpha val="30000"/>
            </a:srgbClr>
          </a:solidFill>
          <a:ln w="12700">
            <a:solidFill>
              <a:srgbClr val="C85A0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743200" cy="438912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CREA  — MI DECISIÓN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tu respuesta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85A0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estableceré momentos fijos de oración durante el día, como lo hizo Daniel, independientemente de las circunstancias.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139903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FFF0E5">
              <a:alpha val="92000"/>
            </a:srgbClr>
          </a:solidFill>
          <a:ln w="12700">
            <a:solidFill>
              <a:srgbClr val="C85A00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Comenzaré una lista de intercesión por personas concretas de mi familia, iglesia o trabajo y oraré por ellas diariamente.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245059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85A00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ore, incluiré un momento de alabanza y gratitud antes de presentar mis peticiones a Dios.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18120" y="350215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1B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C85A00">
              <a:alpha val="40000"/>
            </a:srgbClr>
          </a:solidFill>
          <a:ln w="12700">
            <a:solidFill>
              <a:srgbClr val="C85A0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C85A00">
              <a:alpha val="25000"/>
            </a:srgbClr>
          </a:solidFill>
          <a:ln w="12700">
            <a:solidFill>
              <a:srgbClr val="C85A0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C85A00">
              <a:alpha val="30000"/>
            </a:srgbClr>
          </a:solidFill>
          <a:ln w="12700">
            <a:solidFill>
              <a:srgbClr val="C85A0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C85A00"/>
          </a:solidFill>
          <a:ln w="12700">
            <a:solidFill>
              <a:srgbClr val="C85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1B8A"/>
          </a:solidFill>
          <a:ln w="12700">
            <a:solidFill>
              <a:srgbClr val="4A1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Lección 6 · GUERREROS DE ORACIÓN</dc:title>
  <dc:subject>PptxGenJS Presentation</dc:subject>
  <dc:creator>Dr. Tito Goicochea M.</dc:creator>
  <cp:lastModifiedBy>Dr. Tito Goicochea M.</cp:lastModifiedBy>
  <cp:revision>1</cp:revision>
  <dcterms:created xsi:type="dcterms:W3CDTF">2026-03-15T16:06:18Z</dcterms:created>
  <dcterms:modified xsi:type="dcterms:W3CDTF">2026-03-15T16:06:18Z</dcterms:modified>
</cp:coreProperties>
</file>