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B8860B">
              <a:alpha val="70000"/>
            </a:srgbClr>
          </a:solidFill>
          <a:ln w="12700">
            <a:solidFill>
              <a:srgbClr val="B8860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B8860B">
              <a:alpha val="45000"/>
            </a:srgbClr>
          </a:solidFill>
          <a:ln w="12700">
            <a:solidFill>
              <a:srgbClr val="B8860B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B8860B">
              <a:alpha val="45000"/>
            </a:srgbClr>
          </a:solidFill>
          <a:ln w="12700">
            <a:solidFill>
              <a:srgbClr val="B8860B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PRINCIPALES DE LA LECCIÓN DE ESCUELA SABÁTICA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Sábado 23 de mayo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8860B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fe es la certeza de lo que esperamos, la convicción de lo que no vemos."  —  Hebreos 11:1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Reflexiona antes de comenzar: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FFF8E1"/>
          </a:solidFill>
          <a:ln w="12700">
            <a:solidFill>
              <a:srgbClr val="B886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fe bíblica, cómo puede crecer en tu vida, y de qué manera la fe de Jesús debe transformar tu relación con Dios y tu obediencia cotidiana?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¿Ha tambaleado tu fe alguna vez? ¿Qué circunstancias pusieron a prueba tu confianza en Dios y cómo saliste de ese momento?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¿Qué diferencia práctica hace en tu vida diaria el hecho de tener o no tener fe? ¿Cómo se nota en tus decisiones y actitudes?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 que Jesús ve y honra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reconocía y honraba la fe genuina dondequiera que la encontraba, incluso entre quienes no eran israelitas. La fe no es perfecta ni grande: basta con que sea real y dirigida a Cristo.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Mateo 15:21-28; Lucas 7:1-10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15:21-23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 que persiste ante el silencio: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mujer cananea clamó a Jesús y al principio no recibió respuesta. Sin embargo, siguió pidiendo con fe persistente. La fe verdadera no se rinde ante el aparente silencio de Dios.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15:24-28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grande en terreno inhóspito: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declaró que la de esta mujer era 'grande fe' y respondió su pedido. Su confianza en Cristo superó todos los obstáculos culturales, raciales y teológicos que se interponían.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Luc. 7:1-10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que reconoce la autoridad de Cristo: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centurión no se consideró digno de que Jesús entrara a su casa; sabía que bastaba su palabra. Jesús lo presentó como ejemplo de una fe que no había encontrado ni en Israel.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fe: don de Dios que crece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 no es un esfuerzo humano sino una respuesta al Espíritu Santo que nos atrae hacia Dios. Es un don que comienza pequeño como semilla de mostaza pero puede crecer hasta mover montañas.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Efesios 2:8; Hebreos 11:1-6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Efe. 2:8-9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 como don de la gracia: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salvos por gracia mediante la fe, y esto no proviene de nosotros: es don de Dios. La fe no es algo que generamos por esfuerzo propio sino una respuesta a la iniciativa divina.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Heb. 11:1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certeza de lo que se espera: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 es la certeza de lo que esperamos y la convicción de lo que no vemos. No es ilusión sino confianza fundamentada en el carácter fiel de Dios y en sus promesas.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Heb. 11:6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fe es imposible agradar a Dios: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que se acerca a Dios debe creer que él existe y que recompensa a quienes le buscan. La fe es la condición indispensable para toda relación genuina con el Creador.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 de Jesús: el modelo supremo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Apocalipsis 14:12 llama al pueblo de Dios a guardar los mandamientos y tener la fe de Jesús. Esa fe no es solo creer en Jesús sino tener la misma confianza plena en el Padre que él tuvo.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Apocalipsis 14:12; Mateo 26:36-42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14:12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que guardan la fe de Jesús: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pueblo de Dios se identifica por guardar los mandamientos de Dios y la fe de Jesús. Esta fe es una confianza activa y obediente, no solo un asentimiento intelectual.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26:36-39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Getsemaní: la fe en el sufrimiento: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Getsemaní, Jesús oró: 'Pero no como yo quiero, sino como tú'. Esta rendición total a la voluntad del Padre en el momento más difícil es la expresión más pura de la fe de Jesús.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26:40-42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que persiste hasta el final: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persistió en oración tres veces, rindiéndose cada vez a la voluntad del Padre. Tener la fe de Jesús significa no rendirse ante la adversidad sino confiar en Dios hasta el final.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APLICA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Reflexión personal: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E8EEF8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6B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hay nada al parecer tan débil, y no obstante tan invencible, como el alma que siente su insignificancia y confía por completo en los méritos del Salvador. Mediante la oración, el estudio de su Palabra y el creer que su presencia mora en el corazón, el más débil ser humano puede vincularse con el Cristo vivo."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Elena de White, El ministerio de curación, p. 136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¿Has experimentado momentos en que tu fe pareció no ser suficiente o en que el silencio de Dios te desanimó? ¿Qué te sostuvo en ese momento?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E8EEF8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está creciendo tu fe en este momento? ¿Qué prácticas espirituales has encontrado que la nutren y la fortalecen más?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área de tu vida necesitas ejercitar la fe de Jesús, rindiendo tu voluntad a la de Dios aunque no entiendas completamente sus propósitos?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5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B8860B">
              <a:alpha val="40000"/>
            </a:srgbClr>
          </a:solidFill>
          <a:ln w="12700">
            <a:solidFill>
              <a:srgbClr val="B8860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B8860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743200" cy="43891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CREA  — MI DECISIÓN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tu respuesta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B8860B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recordaré al menos tres ocasiones en que Dios fue fiel en mi vida para alimentar mi fe presente.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139903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FFF8E1">
              <a:alpha val="92000"/>
            </a:srgbClr>
          </a:solidFill>
          <a:ln w="12700">
            <a:solidFill>
              <a:srgbClr val="B8860B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Identificaré una situación donde necesito rendir mi voluntad a la de Dios y oraré pidiendo la fe de Jesús.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18120" y="245059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B8860B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Compartiré con alguien una historia de cómo Dios respondió a mi fe en el pasado para fortalecer también la fe de esa persona.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18120" y="350215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5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B8860B">
              <a:alpha val="40000"/>
            </a:srgbClr>
          </a:solidFill>
          <a:ln w="12700">
            <a:solidFill>
              <a:srgbClr val="B8860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B8860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B8860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Lección 8 · LA FE</dc:title>
  <dc:subject>PptxGenJS Presentation</dc:subject>
  <dc:creator>Dr. Tito Goicochea M.</dc:creator>
  <cp:lastModifiedBy>Dr. Tito Goicochea M.</cp:lastModifiedBy>
  <cp:revision>1</cp:revision>
  <dcterms:created xsi:type="dcterms:W3CDTF">2026-03-15T16:06:18Z</dcterms:created>
  <dcterms:modified xsi:type="dcterms:W3CDTF">2026-03-15T16:06:18Z</dcterms:modified>
</cp:coreProperties>
</file>