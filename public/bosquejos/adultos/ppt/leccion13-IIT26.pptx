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E87C1E">
              <a:alpha val="70000"/>
            </a:srgbClr>
          </a:solidFill>
          <a:ln w="12700">
            <a:solidFill>
              <a:srgbClr val="E87C1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PRINCIPALES DE LA LECCIÓN DE ESCUELA SABÁTICA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LA ETERNIDAD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Sábado 27 de junio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7C1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"Amados, ahora ya somos hijos de Dios; seremos semejantes a él, porque lo veremos como es él."  —  1 Juan 3:2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Reflexiona antes de comenzar: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0"/>
          </a:solidFill>
          <a:ln w="12700">
            <a:solidFill>
              <a:srgbClr val="E87C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esperanza de la eternidad con Dios transforma la manera en que vives hoy y con qué urgencia y gozo esperas el regreso de Cristo?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¿Cuándo piensas en la eternidad, qué es lo que más anhelas? ¿Y qué es lo que más temes o te genera incertidumbre?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¿La esperanza del cielo cambia concretamente tus prioridades y decisiones diarias, o se siente lejana y abstracta?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Vivir hoy con urgencia eterna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 de todas las cosas se acerca. Vivir con esta conciencia no genera angustia sino claridad: sabemos lo que realmente importa. La brevedad de la vida nos llama a fortalecer nuestra relación con Dios ahora.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 80; 1 Pedro 4:7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Ped. 4:7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 se acerca: sed sobrios y orad: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llama a la sobriedad y a la oración en vista de que el fin de todas las cosas se acerca. La eternidad no es una excusa para escapar del presente sino un lente que clarifica lo prioritario.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80:1-3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Señor, muéstranos tu rostro: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salmista clama: 'Haz resplandecer tu rostro y seremos salvos'. El anhelo de ver a Dios cara a cara impulsa una vida de búsqueda genuina, oración constante y dependencia de su presencia.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Sant. 4:13-14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vida como vapor que pasa: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vida es apenas un vapor que aparece por poco tiempo y se desvanece. Esta perspectiva nos invita a invertir en lo eterno en vez de consumirnos en lo pasajero.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gloria de la eternidad: la novia y el Cordero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contempló la Nueva Jerusalén como una novia preparada para su esposo. La eternidad no es solo la ausencia de sufrimiento sino la presencia plena de Dios: la relación perfecta para la que fuimos creados.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Apocalipsis 21:9-27; Isaías 25:8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21:9-11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novia: el pueblo de Dios glorificado: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ángel mostró a Juan la novia, la esposa del Cordero. La imagen de bodas describe la culminación de la relación entre Dios y su pueblo: el amor eterno finalmente perfeccionado y completo.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21:22-24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es el Templo y la luz: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Nueva Jerusalén no hay templo porque el Señor y el Cordero son su Templo. No necesita sol ni luna porque la gloria de Dios la ilumina. Él mismo es la presencia que lo llena todo.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Isa. 25:8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Destruida la muerte para siempre: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destruirá la muerte para siempre, enjugará las lágrimas de todo rostro. La eternidad es la respuesta definitiva de Dios al dolor, la separación y la muerte que el pecado introdujo.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invitación final: ¡Ven a Cristo hoy!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Espíritu y la Novia dicen '¡Ven!' La invitación de Cristo es urgente y gratuita. Hoy es el momento de responder, de fortalecer la relación con él y de ayudar a otros a escuchar esta misma llamada.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6:44; Apocalipsis 22:17; 22:20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6:44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atrae al corazón: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puede venir a Cristo si el Padre no lo atrae. Dios mismo toma la iniciativa de acercarse a cada corazón. Nuestra tarea es responder a esa atracción y no resistir la obra del Espíritu.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22:17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Espíritu y la Novia dicen: ¡Ven!: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Espíritu y la Iglesia dicen ¡Ven! al que tiene sed. La gran invitación del evangelio no ha expirado: hoy mismo podemos venir a Cristo y beber del agua de la vida gratuitamente.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22:20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¡Ven, Señor Jesús!: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Biblia cierra con la promesa: 'Ciertamente vengo en breve' y la oración: 'Amén, ven, Señor Jesús'. Esta es la oración y la esperanza que define la vida del pueblo de Dios en los últimos tiempos.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Reflexión personal: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lenguaje humano es inadecuado para describir la recompensa de los justos. Solo la conocerán quienes la contemplen. Ninguna mente finita puede comprender la gloria del Paraíso de Dios."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de White, El conflicto de los siglos, p. 733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supieras que Jesús regresa en un año, ¿qué cambiarías en tus prioridades y relaciones? ¿Por qué no hacer ese cambio hoy?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aspecto de la eternidad te genera más esperanza y cómo esa esperanza te ayuda a enfrentar las dificultades de hoy?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concluir este trimestre, ¿cuál es el área de tu relación con Dios donde has crecido más? ¿Y en cuál sientes que todavía necesitas crecer?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CREA  — MI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 respuesta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viviré con la conciencia de la eternidad, priorizando lo que permanecerá sobre lo que pasa.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139903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0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Oraré esta semana con el salmista: 'Muéstrame tu rostro, Señor', anhelo que alimente mi relación con Dios.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245059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Compartiré con alguien la esperanza del regreso de Cristo como cierre de este trimestre de crecimiento espiritual.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50215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E87C1E">
              <a:alpha val="25000"/>
            </a:srgbClr>
          </a:solidFill>
          <a:ln w="12700">
            <a:solidFill>
              <a:srgbClr val="E87C1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Lección 13 · HACIA LA ETERNIDAD</dc:title>
  <dc:subject>PptxGenJS Presentation</dc:subject>
  <dc:creator>Dr. Tito Goicochea M.</dc:creator>
  <cp:lastModifiedBy>Dr. Tito Goicochea M.</cp:lastModifiedBy>
  <cp:revision>1</cp:revision>
  <dcterms:created xsi:type="dcterms:W3CDTF">2026-03-15T16:06:19Z</dcterms:created>
  <dcterms:modified xsi:type="dcterms:W3CDTF">2026-03-15T16:06:19Z</dcterms:modified>
</cp:coreProperties>
</file>