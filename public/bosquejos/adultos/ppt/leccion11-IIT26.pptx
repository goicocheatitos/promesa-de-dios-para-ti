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A1B8A"/>
        </a:solidFill>
      </p:bgPr>
    </p:bg>
    <p:spTree>
      <p:nvGrpSpPr>
        <p:cNvPr id="1" name=""/>
        <p:cNvGrpSpPr/>
        <p:nvPr/>
      </p:nvGrpSpPr>
      <p:grpSpPr>
        <a:xfrm>
          <a:off x="0" y="0"/>
          <a:ext cx="0" cy="0"/>
          <a:chOff x="0" y="0"/>
          <a:chExt cx="0" cy="0"/>
        </a:xfrm>
      </p:grpSpPr>
      <p:sp>
        <p:nvSpPr>
          <p:cNvPr id="2" name="Shape 0"/>
          <p:cNvSpPr/>
          <p:nvPr/>
        </p:nvSpPr>
        <p:spPr>
          <a:xfrm>
            <a:off x="6675120" y="-45720"/>
            <a:ext cx="2514600" cy="777240"/>
          </a:xfrm>
          <a:prstGeom prst="rect">
            <a:avLst/>
          </a:prstGeom>
          <a:solidFill>
            <a:srgbClr val="C85A00">
              <a:alpha val="70000"/>
            </a:srgbClr>
          </a:solidFill>
          <a:ln w="12700">
            <a:solidFill>
              <a:srgbClr val="C85A00">
                <a:alpha val="70000"/>
              </a:srgbClr>
            </a:solidFill>
            <a:prstDash val="solid"/>
          </a:ln>
        </p:spPr>
      </p:sp>
      <p:sp>
        <p:nvSpPr>
          <p:cNvPr id="3" name="Shape 1"/>
          <p:cNvSpPr/>
          <p:nvPr/>
        </p:nvSpPr>
        <p:spPr>
          <a:xfrm>
            <a:off x="7406640" y="713232"/>
            <a:ext cx="1783080" cy="502920"/>
          </a:xfrm>
          <a:prstGeom prst="rect">
            <a:avLst/>
          </a:prstGeom>
          <a:solidFill>
            <a:srgbClr val="C85A00">
              <a:alpha val="45000"/>
            </a:srgbClr>
          </a:solidFill>
          <a:ln w="12700">
            <a:solidFill>
              <a:srgbClr val="C85A00">
                <a:alpha val="45000"/>
              </a:srgbClr>
            </a:solidFill>
            <a:prstDash val="solid"/>
          </a:ln>
        </p:spPr>
      </p:sp>
      <p:sp>
        <p:nvSpPr>
          <p:cNvPr id="4" name="Shape 2"/>
          <p:cNvSpPr/>
          <p:nvPr/>
        </p:nvSpPr>
        <p:spPr>
          <a:xfrm>
            <a:off x="-45720" y="3566160"/>
            <a:ext cx="1554480" cy="1645920"/>
          </a:xfrm>
          <a:prstGeom prst="rect">
            <a:avLst/>
          </a:prstGeom>
          <a:solidFill>
            <a:srgbClr val="C85A00">
              <a:alpha val="45000"/>
            </a:srgbClr>
          </a:solidFill>
          <a:ln w="12700">
            <a:solidFill>
              <a:srgbClr val="C85A00">
                <a:alpha val="45000"/>
              </a:srgbClr>
            </a:solidFill>
            <a:prstDash val="solid"/>
          </a:ln>
        </p:spPr>
      </p:sp>
      <p:sp>
        <p:nvSpPr>
          <p:cNvPr id="5" name="Shape 3"/>
          <p:cNvSpPr/>
          <p:nvPr/>
        </p:nvSpPr>
        <p:spPr>
          <a:xfrm>
            <a:off x="475488" y="1051560"/>
            <a:ext cx="118872" cy="2468880"/>
          </a:xfrm>
          <a:prstGeom prst="rect">
            <a:avLst/>
          </a:prstGeom>
          <a:solidFill>
            <a:srgbClr val="C85A00"/>
          </a:solidFill>
          <a:ln w="12700">
            <a:solidFill>
              <a:srgbClr val="C85A00"/>
            </a:solidFill>
            <a:prstDash val="solid"/>
          </a:ln>
        </p:spPr>
      </p:sp>
      <p:sp>
        <p:nvSpPr>
          <p:cNvPr id="6" name="Text 4"/>
          <p:cNvSpPr/>
          <p:nvPr/>
        </p:nvSpPr>
        <p:spPr>
          <a:xfrm>
            <a:off x="713232" y="228600"/>
            <a:ext cx="7772400" cy="475488"/>
          </a:xfrm>
          <a:prstGeom prst="rect">
            <a:avLst/>
          </a:prstGeom>
          <a:noFill/>
          <a:ln/>
        </p:spPr>
        <p:txBody>
          <a:bodyPr wrap="square" rtlCol="0" anchor="ctr"/>
          <a:lstStyle/>
          <a:p>
            <a:pPr indent="0" marL="0">
              <a:buNone/>
            </a:pPr>
            <a:r>
              <a:rPr lang="en-US" sz="1250" b="1" spc="100" kern="0" dirty="0">
                <a:solidFill>
                  <a:srgbClr val="D0E4F5"/>
                </a:solidFill>
                <a:latin typeface="Calibri" pitchFamily="34" charset="0"/>
                <a:ea typeface="Calibri" pitchFamily="34" charset="-122"/>
                <a:cs typeface="Calibri" pitchFamily="34" charset="-120"/>
              </a:rPr>
              <a:t>PUNTOS PRINCIPALES DE LA LECCIÓN DE ESCUELA SABÁTICA</a:t>
            </a:r>
            <a:endParaRPr lang="en-US" sz="1250" dirty="0"/>
          </a:p>
        </p:txBody>
      </p:sp>
      <p:sp>
        <p:nvSpPr>
          <p:cNvPr id="7" name="Text 5"/>
          <p:cNvSpPr/>
          <p:nvPr/>
        </p:nvSpPr>
        <p:spPr>
          <a:xfrm>
            <a:off x="713232" y="685800"/>
            <a:ext cx="7772400" cy="384048"/>
          </a:xfrm>
          <a:prstGeom prst="rect">
            <a:avLst/>
          </a:prstGeom>
          <a:noFill/>
          <a:ln/>
        </p:spPr>
        <p:txBody>
          <a:bodyPr wrap="square" rtlCol="0" anchor="ctr"/>
          <a:lstStyle/>
          <a:p>
            <a:pPr indent="0" marL="0">
              <a:buNone/>
            </a:pPr>
            <a:r>
              <a:rPr lang="en-US" sz="1400" b="1" spc="200" kern="0" dirty="0">
                <a:solidFill>
                  <a:srgbClr val="C85A00"/>
                </a:solidFill>
                <a:latin typeface="Calibri" pitchFamily="34" charset="0"/>
                <a:ea typeface="Calibri" pitchFamily="34" charset="-122"/>
                <a:cs typeface="Calibri" pitchFamily="34" charset="-120"/>
              </a:rPr>
              <a:t>Lección 11</a:t>
            </a:r>
            <a:endParaRPr lang="en-US" sz="1400" dirty="0"/>
          </a:p>
        </p:txBody>
      </p:sp>
      <p:sp>
        <p:nvSpPr>
          <p:cNvPr id="8" name="Text 6"/>
          <p:cNvSpPr/>
          <p:nvPr/>
        </p:nvSpPr>
        <p:spPr>
          <a:xfrm>
            <a:off x="713232" y="1051560"/>
            <a:ext cx="7498080" cy="1005840"/>
          </a:xfrm>
          <a:prstGeom prst="rect">
            <a:avLst/>
          </a:prstGeom>
          <a:noFill/>
          <a:ln/>
        </p:spPr>
        <p:txBody>
          <a:bodyPr wrap="square" rtlCol="0" anchor="ctr"/>
          <a:lstStyle/>
          <a:p>
            <a:pPr indent="0" marL="0">
              <a:buNone/>
            </a:pPr>
            <a:r>
              <a:rPr lang="en-US" sz="5200" b="1" spc="200" kern="0" dirty="0">
                <a:solidFill>
                  <a:srgbClr val="FFFFFF"/>
                </a:solidFill>
                <a:latin typeface="Calibri" pitchFamily="34" charset="0"/>
                <a:ea typeface="Calibri" pitchFamily="34" charset="-122"/>
                <a:cs typeface="Calibri" pitchFamily="34" charset="-120"/>
              </a:rPr>
              <a:t>REVESES</a:t>
            </a:r>
            <a:endParaRPr lang="en-US" sz="5200" dirty="0"/>
          </a:p>
        </p:txBody>
      </p:sp>
      <p:sp>
        <p:nvSpPr>
          <p:cNvPr id="9" name="Text 7"/>
          <p:cNvSpPr/>
          <p:nvPr/>
        </p:nvSpPr>
        <p:spPr>
          <a:xfrm>
            <a:off x="713232" y="2148840"/>
            <a:ext cx="7772400" cy="347472"/>
          </a:xfrm>
          <a:prstGeom prst="rect">
            <a:avLst/>
          </a:prstGeom>
          <a:noFill/>
          <a:ln/>
        </p:spPr>
        <p:txBody>
          <a:bodyPr wrap="square" rtlCol="0" anchor="ctr"/>
          <a:lstStyle/>
          <a:p>
            <a:pPr indent="0" marL="0">
              <a:buNone/>
            </a:pPr>
            <a:r>
              <a:rPr lang="en-US" sz="1300" i="1" dirty="0">
                <a:solidFill>
                  <a:srgbClr val="D0E4F5"/>
                </a:solidFill>
                <a:latin typeface="Calibri" pitchFamily="34" charset="0"/>
                <a:ea typeface="Calibri" pitchFamily="34" charset="-122"/>
                <a:cs typeface="Calibri" pitchFamily="34" charset="-120"/>
              </a:rPr>
              <a:t>Para el Sábado 13 de junio de 2026</a:t>
            </a:r>
            <a:endParaRPr lang="en-US" sz="1300" dirty="0"/>
          </a:p>
        </p:txBody>
      </p:sp>
      <p:sp>
        <p:nvSpPr>
          <p:cNvPr id="10" name="Shape 8"/>
          <p:cNvSpPr/>
          <p:nvPr/>
        </p:nvSpPr>
        <p:spPr>
          <a:xfrm>
            <a:off x="475488" y="2514600"/>
            <a:ext cx="8229600" cy="1024128"/>
          </a:xfrm>
          <a:prstGeom prst="rect">
            <a:avLst/>
          </a:prstGeom>
          <a:solidFill>
            <a:srgbClr val="FFFFFF">
              <a:alpha val="10000"/>
            </a:srgbClr>
          </a:solidFill>
          <a:ln w="12700">
            <a:solidFill>
              <a:srgbClr val="C85A00">
                <a:alpha val="75000"/>
              </a:srgbClr>
            </a:solidFill>
            <a:prstDash val="solid"/>
          </a:ln>
        </p:spPr>
      </p:sp>
      <p:sp>
        <p:nvSpPr>
          <p:cNvPr id="11" name="Shape 9"/>
          <p:cNvSpPr/>
          <p:nvPr/>
        </p:nvSpPr>
        <p:spPr>
          <a:xfrm>
            <a:off x="475488" y="2514600"/>
            <a:ext cx="118872" cy="1024128"/>
          </a:xfrm>
          <a:prstGeom prst="rect">
            <a:avLst/>
          </a:prstGeom>
          <a:solidFill>
            <a:srgbClr val="C85A00"/>
          </a:solidFill>
          <a:ln w="12700">
            <a:solidFill>
              <a:srgbClr val="C85A00"/>
            </a:solidFill>
            <a:prstDash val="solid"/>
          </a:ln>
        </p:spPr>
      </p:sp>
      <p:sp>
        <p:nvSpPr>
          <p:cNvPr id="12" name="Text 10"/>
          <p:cNvSpPr/>
          <p:nvPr/>
        </p:nvSpPr>
        <p:spPr>
          <a:xfrm>
            <a:off x="658368" y="2532888"/>
            <a:ext cx="7909560" cy="987552"/>
          </a:xfrm>
          <a:prstGeom prst="rect">
            <a:avLst/>
          </a:prstGeom>
          <a:noFill/>
          <a:ln/>
        </p:spPr>
        <p:txBody>
          <a:bodyPr wrap="square" rtlCol="0" anchor="ctr"/>
          <a:lstStyle/>
          <a:p>
            <a:pPr indent="0" marL="0">
              <a:buNone/>
            </a:pPr>
            <a:r>
              <a:rPr lang="en-US" sz="900" b="1" dirty="0">
                <a:solidFill>
                  <a:srgbClr val="C85A00"/>
                </a:solidFill>
                <a:latin typeface="Calibri" pitchFamily="34" charset="0"/>
                <a:ea typeface="Calibri" pitchFamily="34" charset="-122"/>
                <a:cs typeface="Calibri" pitchFamily="34" charset="-120"/>
              </a:rPr>
              <a:t>Para memorizar: </a:t>
            </a:r>
            <a:pPr indent="0" marL="0">
              <a:buNone/>
            </a:pPr>
            <a:r>
              <a:rPr lang="en-US" sz="1150" i="1" dirty="0">
                <a:solidFill>
                  <a:srgbClr val="FFFFFF"/>
                </a:solidFill>
                <a:latin typeface="Calibri" pitchFamily="34" charset="0"/>
                <a:ea typeface="Calibri" pitchFamily="34" charset="-122"/>
                <a:cs typeface="Calibri" pitchFamily="34" charset="-120"/>
              </a:rPr>
              <a:t>"A los que aman a Dios, todas las cosas les ayudan a bien."  —  Romanos 8:28</a:t>
            </a:r>
            <a:endParaRPr lang="en-US" sz="900" dirty="0"/>
          </a:p>
        </p:txBody>
      </p:sp>
      <p:sp>
        <p:nvSpPr>
          <p:cNvPr id="13" name="Shape 11"/>
          <p:cNvSpPr/>
          <p:nvPr/>
        </p:nvSpPr>
        <p:spPr>
          <a:xfrm>
            <a:off x="0" y="4800600"/>
            <a:ext cx="9144000" cy="342900"/>
          </a:xfrm>
          <a:prstGeom prst="rect">
            <a:avLst/>
          </a:prstGeom>
          <a:solidFill>
            <a:srgbClr val="4A1B8A"/>
          </a:solidFill>
          <a:ln w="12700">
            <a:solidFill>
              <a:srgbClr val="4A1B8A"/>
            </a:solidFill>
            <a:prstDash val="solid"/>
          </a:ln>
        </p:spPr>
      </p:sp>
      <p:sp>
        <p:nvSpPr>
          <p:cNvPr id="14" name="Text 12"/>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A1B8A"/>
          </a:solidFill>
          <a:ln w="12700">
            <a:solidFill>
              <a:srgbClr val="4A1B8A"/>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1]  MOTIVA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D0E4F5"/>
                </a:solidFill>
                <a:latin typeface="Calibri" pitchFamily="34" charset="0"/>
                <a:ea typeface="Calibri" pitchFamily="34" charset="-122"/>
                <a:cs typeface="Calibri" pitchFamily="34" charset="-120"/>
              </a:rPr>
              <a:t>— Reflexiona antes de comenzar:</a:t>
            </a:r>
            <a:endParaRPr lang="en-US" sz="1100" dirty="0"/>
          </a:p>
        </p:txBody>
      </p:sp>
      <p:sp>
        <p:nvSpPr>
          <p:cNvPr id="5" name="Shape 3"/>
          <p:cNvSpPr/>
          <p:nvPr/>
        </p:nvSpPr>
        <p:spPr>
          <a:xfrm>
            <a:off x="256032" y="804672"/>
            <a:ext cx="8631936" cy="1600200"/>
          </a:xfrm>
          <a:prstGeom prst="rect">
            <a:avLst/>
          </a:prstGeom>
          <a:solidFill>
            <a:srgbClr val="FFF0E5"/>
          </a:solidFill>
          <a:ln w="12700">
            <a:solidFill>
              <a:srgbClr val="C85A00"/>
            </a:solidFill>
            <a:prstDash val="solid"/>
          </a:ln>
          <a:effectLst>
            <a:outerShdw sx="100000" sy="100000" kx="0" ky="0" algn="bl" rotWithShape="0" blurRad="63500" dist="25400" dir="8100000">
              <a:srgbClr val="000000">
                <a:alpha val="12000"/>
              </a:srgbClr>
            </a:outerShdw>
          </a:effectLst>
        </p:spPr>
      </p:sp>
      <p:sp>
        <p:nvSpPr>
          <p:cNvPr id="6" name="Shape 4"/>
          <p:cNvSpPr/>
          <p:nvPr/>
        </p:nvSpPr>
        <p:spPr>
          <a:xfrm>
            <a:off x="256032" y="804672"/>
            <a:ext cx="128016" cy="1600200"/>
          </a:xfrm>
          <a:prstGeom prst="rect">
            <a:avLst/>
          </a:prstGeom>
          <a:solidFill>
            <a:srgbClr val="C85A00"/>
          </a:solidFill>
          <a:ln w="12700">
            <a:solidFill>
              <a:srgbClr val="C85A00"/>
            </a:solidFill>
            <a:prstDash val="solid"/>
          </a:ln>
        </p:spPr>
      </p:sp>
      <p:sp>
        <p:nvSpPr>
          <p:cNvPr id="7" name="Text 5"/>
          <p:cNvSpPr/>
          <p:nvPr/>
        </p:nvSpPr>
        <p:spPr>
          <a:xfrm>
            <a:off x="438912" y="832104"/>
            <a:ext cx="8321040" cy="1536192"/>
          </a:xfrm>
          <a:prstGeom prst="rect">
            <a:avLst/>
          </a:prstGeom>
          <a:noFill/>
          <a:ln/>
        </p:spPr>
        <p:txBody>
          <a:bodyPr wrap="square" rtlCol="0" anchor="ctr"/>
          <a:lstStyle/>
          <a:p>
            <a:pPr indent="0" marL="0">
              <a:buNone/>
            </a:pPr>
            <a:r>
              <a:rPr lang="en-US" sz="1600" b="1" dirty="0">
                <a:solidFill>
                  <a:srgbClr val="4A1B8A"/>
                </a:solidFill>
                <a:latin typeface="Calibri" pitchFamily="34" charset="0"/>
                <a:ea typeface="Calibri" pitchFamily="34" charset="-122"/>
                <a:cs typeface="Calibri" pitchFamily="34" charset="-120"/>
              </a:rPr>
              <a:t>GPS:  </a:t>
            </a:r>
            <a:pPr indent="0" marL="0">
              <a:buNone/>
            </a:pPr>
            <a:r>
              <a:rPr lang="en-US" sz="1450" b="1" i="1" dirty="0">
                <a:solidFill>
                  <a:srgbClr val="C85A00"/>
                </a:solidFill>
                <a:latin typeface="Calibri" pitchFamily="34" charset="0"/>
                <a:ea typeface="Calibri" pitchFamily="34" charset="-122"/>
                <a:cs typeface="Calibri" pitchFamily="34" charset="-120"/>
              </a:rPr>
              <a:t>¿Cómo puedes mantener tu confianza en Dios cuando enfrentas una tormenta, un sufrimiento prolongado o una profunda decepción?</a:t>
            </a:r>
            <a:endParaRPr lang="en-US" sz="1600" dirty="0"/>
          </a:p>
        </p:txBody>
      </p:sp>
      <p:sp>
        <p:nvSpPr>
          <p:cNvPr id="8" name="Shape 6"/>
          <p:cNvSpPr/>
          <p:nvPr/>
        </p:nvSpPr>
        <p:spPr>
          <a:xfrm>
            <a:off x="256032" y="2532888"/>
            <a:ext cx="8631936" cy="749808"/>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9" name="Shape 7"/>
          <p:cNvSpPr/>
          <p:nvPr/>
        </p:nvSpPr>
        <p:spPr>
          <a:xfrm>
            <a:off x="256032" y="2532888"/>
            <a:ext cx="128016" cy="749808"/>
          </a:xfrm>
          <a:prstGeom prst="rect">
            <a:avLst/>
          </a:prstGeom>
          <a:solidFill>
            <a:srgbClr val="4A1B8A"/>
          </a:solidFill>
          <a:ln w="12700">
            <a:solidFill>
              <a:srgbClr val="4A1B8A"/>
            </a:solidFill>
            <a:prstDash val="solid"/>
          </a:ln>
        </p:spPr>
      </p:sp>
      <p:sp>
        <p:nvSpPr>
          <p:cNvPr id="10" name="Text 8"/>
          <p:cNvSpPr/>
          <p:nvPr/>
        </p:nvSpPr>
        <p:spPr>
          <a:xfrm>
            <a:off x="457200" y="2578608"/>
            <a:ext cx="8321040" cy="658368"/>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  ¿Cuál ha sido el mayor revés o contratiempo que has enfrentado en tu vida? ¿Cómo afectó tu relación con Dios en ese momento?</a:t>
            </a:r>
            <a:endParaRPr lang="en-US" sz="1250" dirty="0"/>
          </a:p>
        </p:txBody>
      </p:sp>
      <p:sp>
        <p:nvSpPr>
          <p:cNvPr id="11" name="Shape 9"/>
          <p:cNvSpPr/>
          <p:nvPr/>
        </p:nvSpPr>
        <p:spPr>
          <a:xfrm>
            <a:off x="256032" y="3419856"/>
            <a:ext cx="8631936" cy="749808"/>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12" name="Shape 10"/>
          <p:cNvSpPr/>
          <p:nvPr/>
        </p:nvSpPr>
        <p:spPr>
          <a:xfrm>
            <a:off x="256032" y="3419856"/>
            <a:ext cx="128016" cy="749808"/>
          </a:xfrm>
          <a:prstGeom prst="rect">
            <a:avLst/>
          </a:prstGeom>
          <a:solidFill>
            <a:srgbClr val="4A1B8A"/>
          </a:solidFill>
          <a:ln w="12700">
            <a:solidFill>
              <a:srgbClr val="4A1B8A"/>
            </a:solidFill>
            <a:prstDash val="solid"/>
          </a:ln>
        </p:spPr>
      </p:sp>
      <p:sp>
        <p:nvSpPr>
          <p:cNvPr id="13" name="Text 11"/>
          <p:cNvSpPr/>
          <p:nvPr/>
        </p:nvSpPr>
        <p:spPr>
          <a:xfrm>
            <a:off x="457200" y="3465576"/>
            <a:ext cx="8321040" cy="658368"/>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  ¿Has visto a alguien mantener una fe sólida en medio de un sufrimiento grande? ¿Qué te impresionó más de esa persona?</a:t>
            </a:r>
            <a:endParaRPr lang="en-US" sz="1250" dirty="0"/>
          </a:p>
        </p:txBody>
      </p:sp>
      <p:sp>
        <p:nvSpPr>
          <p:cNvPr id="14" name="Shape 12"/>
          <p:cNvSpPr/>
          <p:nvPr/>
        </p:nvSpPr>
        <p:spPr>
          <a:xfrm>
            <a:off x="0" y="4800600"/>
            <a:ext cx="9144000" cy="342900"/>
          </a:xfrm>
          <a:prstGeom prst="rect">
            <a:avLst/>
          </a:prstGeom>
          <a:solidFill>
            <a:srgbClr val="4A1B8A"/>
          </a:solidFill>
          <a:ln w="12700">
            <a:solidFill>
              <a:srgbClr val="4A1B8A"/>
            </a:solidFill>
            <a:prstDash val="solid"/>
          </a:ln>
        </p:spPr>
      </p:sp>
      <p:sp>
        <p:nvSpPr>
          <p:cNvPr id="15" name="Text 13"/>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A1B8A"/>
          </a:solidFill>
          <a:ln w="12700">
            <a:solidFill>
              <a:srgbClr val="4A1B8A"/>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2]  EXPLORA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D0E4F5"/>
                </a:solidFill>
                <a:latin typeface="Calibri" pitchFamily="34" charset="0"/>
                <a:ea typeface="Calibri" pitchFamily="34" charset="-122"/>
                <a:cs typeface="Calibri" pitchFamily="34" charset="-120"/>
              </a:rPr>
              <a:t>— ¿Qué dice la Biblia?</a:t>
            </a:r>
            <a:endParaRPr lang="en-US" sz="1100" dirty="0"/>
          </a:p>
        </p:txBody>
      </p:sp>
      <p:sp>
        <p:nvSpPr>
          <p:cNvPr id="5" name="Shape 3"/>
          <p:cNvSpPr/>
          <p:nvPr/>
        </p:nvSpPr>
        <p:spPr>
          <a:xfrm>
            <a:off x="6995160" y="118872"/>
            <a:ext cx="1828800" cy="420624"/>
          </a:xfrm>
          <a:prstGeom prst="rect">
            <a:avLst/>
          </a:prstGeom>
          <a:solidFill>
            <a:srgbClr val="C85A00"/>
          </a:solidFill>
          <a:ln w="12700">
            <a:solidFill>
              <a:srgbClr val="C85A00"/>
            </a:solidFill>
            <a:prstDash val="solid"/>
          </a:ln>
        </p:spPr>
      </p:sp>
      <p:sp>
        <p:nvSpPr>
          <p:cNvPr id="6" name="Text 4"/>
          <p:cNvSpPr/>
          <p:nvPr/>
        </p:nvSpPr>
        <p:spPr>
          <a:xfrm>
            <a:off x="6995160" y="118872"/>
            <a:ext cx="18288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Tópico 1 de 3</a:t>
            </a:r>
            <a:endParaRPr lang="en-US" sz="900" dirty="0"/>
          </a:p>
        </p:txBody>
      </p:sp>
      <p:sp>
        <p:nvSpPr>
          <p:cNvPr id="7" name="Shape 5"/>
          <p:cNvSpPr/>
          <p:nvPr/>
        </p:nvSpPr>
        <p:spPr>
          <a:xfrm>
            <a:off x="228600" y="749808"/>
            <a:ext cx="2286000" cy="3931920"/>
          </a:xfrm>
          <a:prstGeom prst="rect">
            <a:avLst/>
          </a:prstGeom>
          <a:solidFill>
            <a:srgbClr val="4A1B8A"/>
          </a:solidFill>
          <a:ln w="12700">
            <a:solidFill>
              <a:srgbClr val="4A1B8A"/>
            </a:solidFill>
            <a:prstDash val="solid"/>
          </a:ln>
          <a:effectLst>
            <a:outerShdw sx="100000" sy="100000" kx="0" ky="0" algn="bl" rotWithShape="0" blurRad="63500" dist="25400" dir="8100000">
              <a:srgbClr val="000000">
                <a:alpha val="12000"/>
              </a:srgbClr>
            </a:outerShdw>
          </a:effectLst>
        </p:spPr>
      </p:sp>
      <p:sp>
        <p:nvSpPr>
          <p:cNvPr id="8" name="Shape 6"/>
          <p:cNvSpPr/>
          <p:nvPr/>
        </p:nvSpPr>
        <p:spPr>
          <a:xfrm>
            <a:off x="228600" y="749808"/>
            <a:ext cx="2286000" cy="402336"/>
          </a:xfrm>
          <a:prstGeom prst="rect">
            <a:avLst/>
          </a:prstGeom>
          <a:solidFill>
            <a:srgbClr val="C85A00"/>
          </a:solidFill>
          <a:ln w="12700">
            <a:solidFill>
              <a:srgbClr val="C85A00"/>
            </a:solidFill>
            <a:prstDash val="solid"/>
          </a:ln>
        </p:spPr>
      </p:sp>
      <p:sp>
        <p:nvSpPr>
          <p:cNvPr id="9" name="Text 7"/>
          <p:cNvSpPr/>
          <p:nvPr/>
        </p:nvSpPr>
        <p:spPr>
          <a:xfrm>
            <a:off x="320040" y="749808"/>
            <a:ext cx="219456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Tópico 1</a:t>
            </a:r>
            <a:endParaRPr lang="en-US" sz="1000" dirty="0"/>
          </a:p>
        </p:txBody>
      </p:sp>
      <p:sp>
        <p:nvSpPr>
          <p:cNvPr id="10" name="Text 8"/>
          <p:cNvSpPr/>
          <p:nvPr/>
        </p:nvSpPr>
        <p:spPr>
          <a:xfrm>
            <a:off x="338328" y="1207008"/>
            <a:ext cx="2084832" cy="3474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Fe en medio de la tormenta</a:t>
            </a:r>
            <a:endParaRPr lang="en-US" sz="1250" dirty="0"/>
          </a:p>
          <a:p>
            <a:pPr algn="ctr" indent="0" marL="0">
              <a:buNone/>
            </a:pPr>
            <a:r>
              <a:rPr lang="en-US" sz="500" dirty="0">
                <a:solidFill>
                  <a:srgbClr val="000000"/>
                </a:solidFill>
              </a:rPr>
              <a:t>
</a:t>
            </a:r>
            <a:endParaRPr lang="en-US" sz="1250" dirty="0"/>
          </a:p>
          <a:p>
            <a:pPr algn="ctr" indent="0" marL="0">
              <a:buNone/>
            </a:pPr>
            <a:r>
              <a:rPr lang="en-US" sz="1000" i="1" dirty="0">
                <a:solidFill>
                  <a:srgbClr val="D0E4F5"/>
                </a:solidFill>
                <a:latin typeface="Calibri" pitchFamily="34" charset="0"/>
                <a:ea typeface="Calibri" pitchFamily="34" charset="-122"/>
                <a:cs typeface="Calibri" pitchFamily="34" charset="-120"/>
              </a:rPr>
              <a:t>Jesús permitió que sus discípulos pasaran por una tormenta aterradora. Su propósito no era destruirlos sino enseñarles que con él en el bote no hay tormenta que tenga la última palabra.</a:t>
            </a:r>
            <a:endParaRPr lang="en-US" sz="1250" dirty="0"/>
          </a:p>
          <a:p>
            <a:pPr algn="ctr" indent="0" marL="0">
              <a:buNone/>
            </a:pPr>
            <a:r>
              <a:rPr lang="en-US" sz="500" dirty="0">
                <a:solidFill>
                  <a:srgbClr val="000000"/>
                </a:solidFill>
              </a:rPr>
              <a:t>
</a:t>
            </a:r>
            <a:endParaRPr lang="en-US" sz="1250" dirty="0"/>
          </a:p>
          <a:p>
            <a:pPr algn="ctr" indent="0" marL="0">
              <a:buNone/>
            </a:pPr>
            <a:r>
              <a:rPr lang="en-US" sz="1150" b="1" dirty="0">
                <a:solidFill>
                  <a:srgbClr val="C85A00"/>
                </a:solidFill>
                <a:latin typeface="Calibri" pitchFamily="34" charset="0"/>
                <a:ea typeface="Calibri" pitchFamily="34" charset="-122"/>
                <a:cs typeface="Calibri" pitchFamily="34" charset="-120"/>
              </a:rPr>
              <a:t>Marcos 4:35-41; 5:21-34</a:t>
            </a:r>
            <a:endParaRPr lang="en-US" sz="1250" dirty="0"/>
          </a:p>
        </p:txBody>
      </p:sp>
      <p:sp>
        <p:nvSpPr>
          <p:cNvPr id="11" name="Shape 9"/>
          <p:cNvSpPr/>
          <p:nvPr/>
        </p:nvSpPr>
        <p:spPr>
          <a:xfrm>
            <a:off x="2606040" y="749808"/>
            <a:ext cx="6309360" cy="393192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12" name="Shape 10"/>
          <p:cNvSpPr/>
          <p:nvPr/>
        </p:nvSpPr>
        <p:spPr>
          <a:xfrm>
            <a:off x="2606040" y="749808"/>
            <a:ext cx="6309360" cy="1310640"/>
          </a:xfrm>
          <a:prstGeom prst="rect">
            <a:avLst/>
          </a:prstGeom>
          <a:solidFill>
            <a:srgbClr val="F4F6F9"/>
          </a:solidFill>
          <a:ln w="12700">
            <a:solidFill>
              <a:srgbClr val="CBD5E1"/>
            </a:solidFill>
            <a:prstDash val="solid"/>
          </a:ln>
        </p:spPr>
      </p:sp>
      <p:sp>
        <p:nvSpPr>
          <p:cNvPr id="13" name="Shape 11"/>
          <p:cNvSpPr/>
          <p:nvPr/>
        </p:nvSpPr>
        <p:spPr>
          <a:xfrm>
            <a:off x="2743200" y="1322832"/>
            <a:ext cx="164592" cy="164592"/>
          </a:xfrm>
          <a:prstGeom prst="ellipse">
            <a:avLst/>
          </a:prstGeom>
          <a:solidFill>
            <a:srgbClr val="C85A00"/>
          </a:solidFill>
          <a:ln w="12700">
            <a:solidFill>
              <a:srgbClr val="C85A00"/>
            </a:solidFill>
            <a:prstDash val="solid"/>
          </a:ln>
        </p:spPr>
      </p:sp>
      <p:sp>
        <p:nvSpPr>
          <p:cNvPr id="14" name="Text 12"/>
          <p:cNvSpPr/>
          <p:nvPr/>
        </p:nvSpPr>
        <p:spPr>
          <a:xfrm>
            <a:off x="2971800" y="841248"/>
            <a:ext cx="5833872" cy="1146048"/>
          </a:xfrm>
          <a:prstGeom prst="rect">
            <a:avLst/>
          </a:prstGeom>
          <a:noFill/>
          <a:ln/>
        </p:spPr>
        <p:txBody>
          <a:bodyPr wrap="square" rtlCol="0" anchor="ctr"/>
          <a:lstStyle/>
          <a:p>
            <a:pPr indent="0" marL="0">
              <a:buNone/>
            </a:pPr>
            <a:r>
              <a:rPr lang="en-US" sz="1150" b="1" i="1" dirty="0">
                <a:solidFill>
                  <a:srgbClr val="C85A00"/>
                </a:solidFill>
                <a:latin typeface="Calibri" pitchFamily="34" charset="0"/>
                <a:ea typeface="Calibri" pitchFamily="34" charset="-122"/>
                <a:cs typeface="Calibri" pitchFamily="34" charset="-120"/>
              </a:rPr>
              <a:t>Mar. 4:35-37  —  </a:t>
            </a:r>
            <a:pPr indent="0" marL="0">
              <a:buNone/>
            </a:pPr>
            <a:r>
              <a:rPr lang="en-US" sz="1150" b="1" dirty="0">
                <a:solidFill>
                  <a:srgbClr val="4A1B8A"/>
                </a:solidFill>
                <a:latin typeface="Calibri" pitchFamily="34" charset="0"/>
                <a:ea typeface="Calibri" pitchFamily="34" charset="-122"/>
                <a:cs typeface="Calibri" pitchFamily="34" charset="-120"/>
              </a:rPr>
              <a:t>Jesús en el bote durante la tormenta: </a:t>
            </a:r>
            <a:pPr indent="0" marL="0">
              <a:buNone/>
            </a:pPr>
            <a:r>
              <a:rPr lang="en-US" sz="1150" dirty="0">
                <a:solidFill>
                  <a:srgbClr val="1A1A1A"/>
                </a:solidFill>
                <a:latin typeface="Calibri" pitchFamily="34" charset="0"/>
                <a:ea typeface="Calibri" pitchFamily="34" charset="-122"/>
                <a:cs typeface="Calibri" pitchFamily="34" charset="-120"/>
              </a:rPr>
              <a:t>Jesús invitó a sus discípulos a cruzar sabiendo que habría tormenta. A veces Dios nos conduce a través de la tormenta, no solo alrededor de ella, porque tiene algo que enseñarnos allí.</a:t>
            </a:r>
            <a:endParaRPr lang="en-US" sz="1150" dirty="0"/>
          </a:p>
        </p:txBody>
      </p:sp>
      <p:sp>
        <p:nvSpPr>
          <p:cNvPr id="15" name="Shape 13"/>
          <p:cNvSpPr/>
          <p:nvPr/>
        </p:nvSpPr>
        <p:spPr>
          <a:xfrm>
            <a:off x="2606040" y="2060448"/>
            <a:ext cx="6309360" cy="1310640"/>
          </a:xfrm>
          <a:prstGeom prst="rect">
            <a:avLst/>
          </a:prstGeom>
          <a:solidFill>
            <a:srgbClr val="EBF3FB"/>
          </a:solidFill>
          <a:ln w="12700">
            <a:solidFill>
              <a:srgbClr val="CBD5E1"/>
            </a:solidFill>
            <a:prstDash val="solid"/>
          </a:ln>
        </p:spPr>
      </p:sp>
      <p:sp>
        <p:nvSpPr>
          <p:cNvPr id="16" name="Shape 14"/>
          <p:cNvSpPr/>
          <p:nvPr/>
        </p:nvSpPr>
        <p:spPr>
          <a:xfrm>
            <a:off x="2743200" y="2633472"/>
            <a:ext cx="164592" cy="164592"/>
          </a:xfrm>
          <a:prstGeom prst="ellipse">
            <a:avLst/>
          </a:prstGeom>
          <a:solidFill>
            <a:srgbClr val="C85A00"/>
          </a:solidFill>
          <a:ln w="12700">
            <a:solidFill>
              <a:srgbClr val="C85A00"/>
            </a:solidFill>
            <a:prstDash val="solid"/>
          </a:ln>
        </p:spPr>
      </p:sp>
      <p:sp>
        <p:nvSpPr>
          <p:cNvPr id="17" name="Text 15"/>
          <p:cNvSpPr/>
          <p:nvPr/>
        </p:nvSpPr>
        <p:spPr>
          <a:xfrm>
            <a:off x="2971800" y="2151888"/>
            <a:ext cx="5833872" cy="1146048"/>
          </a:xfrm>
          <a:prstGeom prst="rect">
            <a:avLst/>
          </a:prstGeom>
          <a:noFill/>
          <a:ln/>
        </p:spPr>
        <p:txBody>
          <a:bodyPr wrap="square" rtlCol="0" anchor="ctr"/>
          <a:lstStyle/>
          <a:p>
            <a:pPr indent="0" marL="0">
              <a:buNone/>
            </a:pPr>
            <a:r>
              <a:rPr lang="en-US" sz="1150" b="1" i="1" dirty="0">
                <a:solidFill>
                  <a:srgbClr val="C85A00"/>
                </a:solidFill>
                <a:latin typeface="Calibri" pitchFamily="34" charset="0"/>
                <a:ea typeface="Calibri" pitchFamily="34" charset="-122"/>
                <a:cs typeface="Calibri" pitchFamily="34" charset="-120"/>
              </a:rPr>
              <a:t>Mar. 4:38-40  —  </a:t>
            </a:r>
            <a:pPr indent="0" marL="0">
              <a:buNone/>
            </a:pPr>
            <a:r>
              <a:rPr lang="en-US" sz="1150" b="1" dirty="0">
                <a:solidFill>
                  <a:srgbClr val="4A1B8A"/>
                </a:solidFill>
                <a:latin typeface="Calibri" pitchFamily="34" charset="0"/>
                <a:ea typeface="Calibri" pitchFamily="34" charset="-122"/>
                <a:cs typeface="Calibri" pitchFamily="34" charset="-120"/>
              </a:rPr>
              <a:t>La fe puesta a prueba: </a:t>
            </a:r>
            <a:pPr indent="0" marL="0">
              <a:buNone/>
            </a:pPr>
            <a:r>
              <a:rPr lang="en-US" sz="1150" dirty="0">
                <a:solidFill>
                  <a:srgbClr val="1A1A1A"/>
                </a:solidFill>
                <a:latin typeface="Calibri" pitchFamily="34" charset="0"/>
                <a:ea typeface="Calibri" pitchFamily="34" charset="-122"/>
                <a:cs typeface="Calibri" pitchFamily="34" charset="-120"/>
              </a:rPr>
              <a:t>Los discípulos temieron aun teniendo a Jesús en el bote. Jesús les preguntó: '¿Cómo no tenéis fe?' Los reveses revelan cuánta fe real hay en nosotros más allá de las palabras.</a:t>
            </a:r>
            <a:endParaRPr lang="en-US" sz="1150" dirty="0"/>
          </a:p>
        </p:txBody>
      </p:sp>
      <p:sp>
        <p:nvSpPr>
          <p:cNvPr id="18" name="Shape 16"/>
          <p:cNvSpPr/>
          <p:nvPr/>
        </p:nvSpPr>
        <p:spPr>
          <a:xfrm>
            <a:off x="2606040" y="3371088"/>
            <a:ext cx="6309360" cy="1310640"/>
          </a:xfrm>
          <a:prstGeom prst="rect">
            <a:avLst/>
          </a:prstGeom>
          <a:solidFill>
            <a:srgbClr val="F4F6F9"/>
          </a:solidFill>
          <a:ln w="12700">
            <a:solidFill>
              <a:srgbClr val="CBD5E1"/>
            </a:solidFill>
            <a:prstDash val="solid"/>
          </a:ln>
        </p:spPr>
      </p:sp>
      <p:sp>
        <p:nvSpPr>
          <p:cNvPr id="19" name="Shape 17"/>
          <p:cNvSpPr/>
          <p:nvPr/>
        </p:nvSpPr>
        <p:spPr>
          <a:xfrm>
            <a:off x="2743200" y="3944112"/>
            <a:ext cx="164592" cy="164592"/>
          </a:xfrm>
          <a:prstGeom prst="ellipse">
            <a:avLst/>
          </a:prstGeom>
          <a:solidFill>
            <a:srgbClr val="C85A00"/>
          </a:solidFill>
          <a:ln w="12700">
            <a:solidFill>
              <a:srgbClr val="C85A00"/>
            </a:solidFill>
            <a:prstDash val="solid"/>
          </a:ln>
        </p:spPr>
      </p:sp>
      <p:sp>
        <p:nvSpPr>
          <p:cNvPr id="20" name="Text 18"/>
          <p:cNvSpPr/>
          <p:nvPr/>
        </p:nvSpPr>
        <p:spPr>
          <a:xfrm>
            <a:off x="2971800" y="3462528"/>
            <a:ext cx="5833872" cy="1146048"/>
          </a:xfrm>
          <a:prstGeom prst="rect">
            <a:avLst/>
          </a:prstGeom>
          <a:noFill/>
          <a:ln/>
        </p:spPr>
        <p:txBody>
          <a:bodyPr wrap="square" rtlCol="0" anchor="ctr"/>
          <a:lstStyle/>
          <a:p>
            <a:pPr indent="0" marL="0">
              <a:buNone/>
            </a:pPr>
            <a:r>
              <a:rPr lang="en-US" sz="1150" b="1" i="1" dirty="0">
                <a:solidFill>
                  <a:srgbClr val="C85A00"/>
                </a:solidFill>
                <a:latin typeface="Calibri" pitchFamily="34" charset="0"/>
                <a:ea typeface="Calibri" pitchFamily="34" charset="-122"/>
                <a:cs typeface="Calibri" pitchFamily="34" charset="-120"/>
              </a:rPr>
              <a:t>Mar. 5:28-34  —  </a:t>
            </a:r>
            <a:pPr indent="0" marL="0">
              <a:buNone/>
            </a:pPr>
            <a:r>
              <a:rPr lang="en-US" sz="1150" b="1" dirty="0">
                <a:solidFill>
                  <a:srgbClr val="4A1B8A"/>
                </a:solidFill>
                <a:latin typeface="Calibri" pitchFamily="34" charset="0"/>
                <a:ea typeface="Calibri" pitchFamily="34" charset="-122"/>
                <a:cs typeface="Calibri" pitchFamily="34" charset="-120"/>
              </a:rPr>
              <a:t>Fe que alcanza entre la multitud: </a:t>
            </a:r>
            <a:pPr indent="0" marL="0">
              <a:buNone/>
            </a:pPr>
            <a:r>
              <a:rPr lang="en-US" sz="1150" dirty="0">
                <a:solidFill>
                  <a:srgbClr val="1A1A1A"/>
                </a:solidFill>
                <a:latin typeface="Calibri" pitchFamily="34" charset="0"/>
                <a:ea typeface="Calibri" pitchFamily="34" charset="-122"/>
                <a:cs typeface="Calibri" pitchFamily="34" charset="-120"/>
              </a:rPr>
              <a:t>La mujer enferma creyó que bastaba tocar el manto de Jesús. Entre la multitud indiferente, su fe la distinguió. Una fe pequeña pero real siempre llega hasta Jesús sin importar los obstáculos.</a:t>
            </a:r>
            <a:endParaRPr lang="en-US" sz="1150" dirty="0"/>
          </a:p>
        </p:txBody>
      </p:sp>
      <p:sp>
        <p:nvSpPr>
          <p:cNvPr id="21" name="Shape 19"/>
          <p:cNvSpPr/>
          <p:nvPr/>
        </p:nvSpPr>
        <p:spPr>
          <a:xfrm>
            <a:off x="0" y="4800600"/>
            <a:ext cx="9144000" cy="342900"/>
          </a:xfrm>
          <a:prstGeom prst="rect">
            <a:avLst/>
          </a:prstGeom>
          <a:solidFill>
            <a:srgbClr val="4A1B8A"/>
          </a:solidFill>
          <a:ln w="12700">
            <a:solidFill>
              <a:srgbClr val="4A1B8A"/>
            </a:solidFill>
            <a:prstDash val="solid"/>
          </a:ln>
        </p:spPr>
      </p:sp>
      <p:sp>
        <p:nvSpPr>
          <p:cNvPr id="22" name="Text 20"/>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A1B8A"/>
          </a:solidFill>
          <a:ln w="12700">
            <a:solidFill>
              <a:srgbClr val="4A1B8A"/>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2]  EXPLORA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D0E4F5"/>
                </a:solidFill>
                <a:latin typeface="Calibri" pitchFamily="34" charset="0"/>
                <a:ea typeface="Calibri" pitchFamily="34" charset="-122"/>
                <a:cs typeface="Calibri" pitchFamily="34" charset="-120"/>
              </a:rPr>
              <a:t>— ¿Qué dice la Biblia?</a:t>
            </a:r>
            <a:endParaRPr lang="en-US" sz="1100" dirty="0"/>
          </a:p>
        </p:txBody>
      </p:sp>
      <p:sp>
        <p:nvSpPr>
          <p:cNvPr id="5" name="Shape 3"/>
          <p:cNvSpPr/>
          <p:nvPr/>
        </p:nvSpPr>
        <p:spPr>
          <a:xfrm>
            <a:off x="6995160" y="118872"/>
            <a:ext cx="1828800" cy="420624"/>
          </a:xfrm>
          <a:prstGeom prst="rect">
            <a:avLst/>
          </a:prstGeom>
          <a:solidFill>
            <a:srgbClr val="C85A00"/>
          </a:solidFill>
          <a:ln w="12700">
            <a:solidFill>
              <a:srgbClr val="C85A00"/>
            </a:solidFill>
            <a:prstDash val="solid"/>
          </a:ln>
        </p:spPr>
      </p:sp>
      <p:sp>
        <p:nvSpPr>
          <p:cNvPr id="6" name="Text 4"/>
          <p:cNvSpPr/>
          <p:nvPr/>
        </p:nvSpPr>
        <p:spPr>
          <a:xfrm>
            <a:off x="6995160" y="118872"/>
            <a:ext cx="18288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Tópico 2 de 3</a:t>
            </a:r>
            <a:endParaRPr lang="en-US" sz="900" dirty="0"/>
          </a:p>
        </p:txBody>
      </p:sp>
      <p:sp>
        <p:nvSpPr>
          <p:cNvPr id="7" name="Shape 5"/>
          <p:cNvSpPr/>
          <p:nvPr/>
        </p:nvSpPr>
        <p:spPr>
          <a:xfrm>
            <a:off x="228600" y="749808"/>
            <a:ext cx="2286000" cy="3931920"/>
          </a:xfrm>
          <a:prstGeom prst="rect">
            <a:avLst/>
          </a:prstGeom>
          <a:solidFill>
            <a:srgbClr val="4A1B8A"/>
          </a:solidFill>
          <a:ln w="12700">
            <a:solidFill>
              <a:srgbClr val="4A1B8A"/>
            </a:solidFill>
            <a:prstDash val="solid"/>
          </a:ln>
          <a:effectLst>
            <a:outerShdw sx="100000" sy="100000" kx="0" ky="0" algn="bl" rotWithShape="0" blurRad="63500" dist="25400" dir="8100000">
              <a:srgbClr val="000000">
                <a:alpha val="12000"/>
              </a:srgbClr>
            </a:outerShdw>
          </a:effectLst>
        </p:spPr>
      </p:sp>
      <p:sp>
        <p:nvSpPr>
          <p:cNvPr id="8" name="Shape 6"/>
          <p:cNvSpPr/>
          <p:nvPr/>
        </p:nvSpPr>
        <p:spPr>
          <a:xfrm>
            <a:off x="228600" y="749808"/>
            <a:ext cx="2286000" cy="402336"/>
          </a:xfrm>
          <a:prstGeom prst="rect">
            <a:avLst/>
          </a:prstGeom>
          <a:solidFill>
            <a:srgbClr val="C85A00"/>
          </a:solidFill>
          <a:ln w="12700">
            <a:solidFill>
              <a:srgbClr val="C85A00"/>
            </a:solidFill>
            <a:prstDash val="solid"/>
          </a:ln>
        </p:spPr>
      </p:sp>
      <p:sp>
        <p:nvSpPr>
          <p:cNvPr id="9" name="Text 7"/>
          <p:cNvSpPr/>
          <p:nvPr/>
        </p:nvSpPr>
        <p:spPr>
          <a:xfrm>
            <a:off x="320040" y="749808"/>
            <a:ext cx="219456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Tópico 2</a:t>
            </a:r>
            <a:endParaRPr lang="en-US" sz="1000" dirty="0"/>
          </a:p>
        </p:txBody>
      </p:sp>
      <p:sp>
        <p:nvSpPr>
          <p:cNvPr id="10" name="Text 8"/>
          <p:cNvSpPr/>
          <p:nvPr/>
        </p:nvSpPr>
        <p:spPr>
          <a:xfrm>
            <a:off x="338328" y="1207008"/>
            <a:ext cx="2084832" cy="3474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Job: fidelidad en el sufrimiento incomprensible</a:t>
            </a:r>
            <a:endParaRPr lang="en-US" sz="1250" dirty="0"/>
          </a:p>
          <a:p>
            <a:pPr algn="ctr" indent="0" marL="0">
              <a:buNone/>
            </a:pPr>
            <a:r>
              <a:rPr lang="en-US" sz="500" dirty="0">
                <a:solidFill>
                  <a:srgbClr val="000000"/>
                </a:solidFill>
              </a:rPr>
              <a:t>
</a:t>
            </a:r>
            <a:endParaRPr lang="en-US" sz="1250" dirty="0"/>
          </a:p>
          <a:p>
            <a:pPr algn="ctr" indent="0" marL="0">
              <a:buNone/>
            </a:pPr>
            <a:r>
              <a:rPr lang="en-US" sz="1000" i="1" dirty="0">
                <a:solidFill>
                  <a:srgbClr val="D0E4F5"/>
                </a:solidFill>
                <a:latin typeface="Calibri" pitchFamily="34" charset="0"/>
                <a:ea typeface="Calibri" pitchFamily="34" charset="-122"/>
                <a:cs typeface="Calibri" pitchFamily="34" charset="-120"/>
              </a:rPr>
              <a:t>Job perdió todo pero no perdió a Dios. En medio del mayor dolor mantuvo la certeza de que su Redentor vivía. Su ejemplo nos enseña que es posible mantenerse fiel incluso sin entender el porqué del sufrimiento.</a:t>
            </a:r>
            <a:endParaRPr lang="en-US" sz="1250" dirty="0"/>
          </a:p>
          <a:p>
            <a:pPr algn="ctr" indent="0" marL="0">
              <a:buNone/>
            </a:pPr>
            <a:r>
              <a:rPr lang="en-US" sz="500" dirty="0">
                <a:solidFill>
                  <a:srgbClr val="000000"/>
                </a:solidFill>
              </a:rPr>
              <a:t>
</a:t>
            </a:r>
            <a:endParaRPr lang="en-US" sz="1250" dirty="0"/>
          </a:p>
          <a:p>
            <a:pPr algn="ctr" indent="0" marL="0">
              <a:buNone/>
            </a:pPr>
            <a:r>
              <a:rPr lang="en-US" sz="1150" b="1" dirty="0">
                <a:solidFill>
                  <a:srgbClr val="C85A00"/>
                </a:solidFill>
                <a:latin typeface="Calibri" pitchFamily="34" charset="0"/>
                <a:ea typeface="Calibri" pitchFamily="34" charset="-122"/>
                <a:cs typeface="Calibri" pitchFamily="34" charset="-120"/>
              </a:rPr>
              <a:t>Job 19:23-27; 23:8-12</a:t>
            </a:r>
            <a:endParaRPr lang="en-US" sz="1250" dirty="0"/>
          </a:p>
        </p:txBody>
      </p:sp>
      <p:sp>
        <p:nvSpPr>
          <p:cNvPr id="11" name="Shape 9"/>
          <p:cNvSpPr/>
          <p:nvPr/>
        </p:nvSpPr>
        <p:spPr>
          <a:xfrm>
            <a:off x="2606040" y="749808"/>
            <a:ext cx="6309360" cy="393192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12" name="Shape 10"/>
          <p:cNvSpPr/>
          <p:nvPr/>
        </p:nvSpPr>
        <p:spPr>
          <a:xfrm>
            <a:off x="2606040" y="749808"/>
            <a:ext cx="6309360" cy="1310640"/>
          </a:xfrm>
          <a:prstGeom prst="rect">
            <a:avLst/>
          </a:prstGeom>
          <a:solidFill>
            <a:srgbClr val="F4F6F9"/>
          </a:solidFill>
          <a:ln w="12700">
            <a:solidFill>
              <a:srgbClr val="CBD5E1"/>
            </a:solidFill>
            <a:prstDash val="solid"/>
          </a:ln>
        </p:spPr>
      </p:sp>
      <p:sp>
        <p:nvSpPr>
          <p:cNvPr id="13" name="Shape 11"/>
          <p:cNvSpPr/>
          <p:nvPr/>
        </p:nvSpPr>
        <p:spPr>
          <a:xfrm>
            <a:off x="2743200" y="1322832"/>
            <a:ext cx="164592" cy="164592"/>
          </a:xfrm>
          <a:prstGeom prst="ellipse">
            <a:avLst/>
          </a:prstGeom>
          <a:solidFill>
            <a:srgbClr val="C85A00"/>
          </a:solidFill>
          <a:ln w="12700">
            <a:solidFill>
              <a:srgbClr val="C85A00"/>
            </a:solidFill>
            <a:prstDash val="solid"/>
          </a:ln>
        </p:spPr>
      </p:sp>
      <p:sp>
        <p:nvSpPr>
          <p:cNvPr id="14" name="Text 12"/>
          <p:cNvSpPr/>
          <p:nvPr/>
        </p:nvSpPr>
        <p:spPr>
          <a:xfrm>
            <a:off x="2971800" y="841248"/>
            <a:ext cx="5833872" cy="1146048"/>
          </a:xfrm>
          <a:prstGeom prst="rect">
            <a:avLst/>
          </a:prstGeom>
          <a:noFill/>
          <a:ln/>
        </p:spPr>
        <p:txBody>
          <a:bodyPr wrap="square" rtlCol="0" anchor="ctr"/>
          <a:lstStyle/>
          <a:p>
            <a:pPr indent="0" marL="0">
              <a:buNone/>
            </a:pPr>
            <a:r>
              <a:rPr lang="en-US" sz="1150" b="1" i="1" dirty="0">
                <a:solidFill>
                  <a:srgbClr val="C85A00"/>
                </a:solidFill>
                <a:latin typeface="Calibri" pitchFamily="34" charset="0"/>
                <a:ea typeface="Calibri" pitchFamily="34" charset="-122"/>
                <a:cs typeface="Calibri" pitchFamily="34" charset="-120"/>
              </a:rPr>
              <a:t>Job 19:23-25  —  </a:t>
            </a:r>
            <a:pPr indent="0" marL="0">
              <a:buNone/>
            </a:pPr>
            <a:r>
              <a:rPr lang="en-US" sz="1150" b="1" dirty="0">
                <a:solidFill>
                  <a:srgbClr val="4A1B8A"/>
                </a:solidFill>
                <a:latin typeface="Calibri" pitchFamily="34" charset="0"/>
                <a:ea typeface="Calibri" pitchFamily="34" charset="-122"/>
                <a:cs typeface="Calibri" pitchFamily="34" charset="-120"/>
              </a:rPr>
              <a:t>Yo sé que mi Redentor vive: </a:t>
            </a:r>
            <a:pPr indent="0" marL="0">
              <a:buNone/>
            </a:pPr>
            <a:r>
              <a:rPr lang="en-US" sz="1150" dirty="0">
                <a:solidFill>
                  <a:srgbClr val="1A1A1A"/>
                </a:solidFill>
                <a:latin typeface="Calibri" pitchFamily="34" charset="0"/>
                <a:ea typeface="Calibri" pitchFamily="34" charset="-122"/>
                <a:cs typeface="Calibri" pitchFamily="34" charset="-120"/>
              </a:rPr>
              <a:t>En el punto más oscuro de su sufrimiento, Job declaró su certeza de que su Redentor vivía. Esta confesión de fe en medio del dolor es una de las declaraciones más poderosas de toda la Biblia.</a:t>
            </a:r>
            <a:endParaRPr lang="en-US" sz="1150" dirty="0"/>
          </a:p>
        </p:txBody>
      </p:sp>
      <p:sp>
        <p:nvSpPr>
          <p:cNvPr id="15" name="Shape 13"/>
          <p:cNvSpPr/>
          <p:nvPr/>
        </p:nvSpPr>
        <p:spPr>
          <a:xfrm>
            <a:off x="2606040" y="2060448"/>
            <a:ext cx="6309360" cy="1310640"/>
          </a:xfrm>
          <a:prstGeom prst="rect">
            <a:avLst/>
          </a:prstGeom>
          <a:solidFill>
            <a:srgbClr val="EBF3FB"/>
          </a:solidFill>
          <a:ln w="12700">
            <a:solidFill>
              <a:srgbClr val="CBD5E1"/>
            </a:solidFill>
            <a:prstDash val="solid"/>
          </a:ln>
        </p:spPr>
      </p:sp>
      <p:sp>
        <p:nvSpPr>
          <p:cNvPr id="16" name="Shape 14"/>
          <p:cNvSpPr/>
          <p:nvPr/>
        </p:nvSpPr>
        <p:spPr>
          <a:xfrm>
            <a:off x="2743200" y="2633472"/>
            <a:ext cx="164592" cy="164592"/>
          </a:xfrm>
          <a:prstGeom prst="ellipse">
            <a:avLst/>
          </a:prstGeom>
          <a:solidFill>
            <a:srgbClr val="C85A00"/>
          </a:solidFill>
          <a:ln w="12700">
            <a:solidFill>
              <a:srgbClr val="C85A00"/>
            </a:solidFill>
            <a:prstDash val="solid"/>
          </a:ln>
        </p:spPr>
      </p:sp>
      <p:sp>
        <p:nvSpPr>
          <p:cNvPr id="17" name="Text 15"/>
          <p:cNvSpPr/>
          <p:nvPr/>
        </p:nvSpPr>
        <p:spPr>
          <a:xfrm>
            <a:off x="2971800" y="2151888"/>
            <a:ext cx="5833872" cy="1146048"/>
          </a:xfrm>
          <a:prstGeom prst="rect">
            <a:avLst/>
          </a:prstGeom>
          <a:noFill/>
          <a:ln/>
        </p:spPr>
        <p:txBody>
          <a:bodyPr wrap="square" rtlCol="0" anchor="ctr"/>
          <a:lstStyle/>
          <a:p>
            <a:pPr indent="0" marL="0">
              <a:buNone/>
            </a:pPr>
            <a:r>
              <a:rPr lang="en-US" sz="1150" b="1" i="1" dirty="0">
                <a:solidFill>
                  <a:srgbClr val="C85A00"/>
                </a:solidFill>
                <a:latin typeface="Calibri" pitchFamily="34" charset="0"/>
                <a:ea typeface="Calibri" pitchFamily="34" charset="-122"/>
                <a:cs typeface="Calibri" pitchFamily="34" charset="-120"/>
              </a:rPr>
              <a:t>Job 19:26-27  —  </a:t>
            </a:r>
            <a:pPr indent="0" marL="0">
              <a:buNone/>
            </a:pPr>
            <a:r>
              <a:rPr lang="en-US" sz="1150" b="1" dirty="0">
                <a:solidFill>
                  <a:srgbClr val="4A1B8A"/>
                </a:solidFill>
                <a:latin typeface="Calibri" pitchFamily="34" charset="0"/>
                <a:ea typeface="Calibri" pitchFamily="34" charset="-122"/>
                <a:cs typeface="Calibri" pitchFamily="34" charset="-120"/>
              </a:rPr>
              <a:t>Lo veré con mis propios ojos: </a:t>
            </a:r>
            <a:pPr indent="0" marL="0">
              <a:buNone/>
            </a:pPr>
            <a:r>
              <a:rPr lang="en-US" sz="1150" dirty="0">
                <a:solidFill>
                  <a:srgbClr val="1A1A1A"/>
                </a:solidFill>
                <a:latin typeface="Calibri" pitchFamily="34" charset="0"/>
                <a:ea typeface="Calibri" pitchFamily="34" charset="-122"/>
                <a:cs typeface="Calibri" pitchFamily="34" charset="-120"/>
              </a:rPr>
              <a:t>Job anticipó que aunque los gusanos destruyeran su cuerpo, en su carne vería a Dios. La esperanza de la resurrección sostuvo su fe cuando todo lo demás había fallado.</a:t>
            </a:r>
            <a:endParaRPr lang="en-US" sz="1150" dirty="0"/>
          </a:p>
        </p:txBody>
      </p:sp>
      <p:sp>
        <p:nvSpPr>
          <p:cNvPr id="18" name="Shape 16"/>
          <p:cNvSpPr/>
          <p:nvPr/>
        </p:nvSpPr>
        <p:spPr>
          <a:xfrm>
            <a:off x="2606040" y="3371088"/>
            <a:ext cx="6309360" cy="1310640"/>
          </a:xfrm>
          <a:prstGeom prst="rect">
            <a:avLst/>
          </a:prstGeom>
          <a:solidFill>
            <a:srgbClr val="F4F6F9"/>
          </a:solidFill>
          <a:ln w="12700">
            <a:solidFill>
              <a:srgbClr val="CBD5E1"/>
            </a:solidFill>
            <a:prstDash val="solid"/>
          </a:ln>
        </p:spPr>
      </p:sp>
      <p:sp>
        <p:nvSpPr>
          <p:cNvPr id="19" name="Shape 17"/>
          <p:cNvSpPr/>
          <p:nvPr/>
        </p:nvSpPr>
        <p:spPr>
          <a:xfrm>
            <a:off x="2743200" y="3944112"/>
            <a:ext cx="164592" cy="164592"/>
          </a:xfrm>
          <a:prstGeom prst="ellipse">
            <a:avLst/>
          </a:prstGeom>
          <a:solidFill>
            <a:srgbClr val="C85A00"/>
          </a:solidFill>
          <a:ln w="12700">
            <a:solidFill>
              <a:srgbClr val="C85A00"/>
            </a:solidFill>
            <a:prstDash val="solid"/>
          </a:ln>
        </p:spPr>
      </p:sp>
      <p:sp>
        <p:nvSpPr>
          <p:cNvPr id="20" name="Text 18"/>
          <p:cNvSpPr/>
          <p:nvPr/>
        </p:nvSpPr>
        <p:spPr>
          <a:xfrm>
            <a:off x="2971800" y="3462528"/>
            <a:ext cx="5833872" cy="1146048"/>
          </a:xfrm>
          <a:prstGeom prst="rect">
            <a:avLst/>
          </a:prstGeom>
          <a:noFill/>
          <a:ln/>
        </p:spPr>
        <p:txBody>
          <a:bodyPr wrap="square" rtlCol="0" anchor="ctr"/>
          <a:lstStyle/>
          <a:p>
            <a:pPr indent="0" marL="0">
              <a:buNone/>
            </a:pPr>
            <a:r>
              <a:rPr lang="en-US" sz="1150" b="1" i="1" dirty="0">
                <a:solidFill>
                  <a:srgbClr val="C85A00"/>
                </a:solidFill>
                <a:latin typeface="Calibri" pitchFamily="34" charset="0"/>
                <a:ea typeface="Calibri" pitchFamily="34" charset="-122"/>
                <a:cs typeface="Calibri" pitchFamily="34" charset="-120"/>
              </a:rPr>
              <a:t>Job 23:8-12  —  </a:t>
            </a:r>
            <a:pPr indent="0" marL="0">
              <a:buNone/>
            </a:pPr>
            <a:r>
              <a:rPr lang="en-US" sz="1150" b="1" dirty="0">
                <a:solidFill>
                  <a:srgbClr val="4A1B8A"/>
                </a:solidFill>
                <a:latin typeface="Calibri" pitchFamily="34" charset="0"/>
                <a:ea typeface="Calibri" pitchFamily="34" charset="-122"/>
                <a:cs typeface="Calibri" pitchFamily="34" charset="-120"/>
              </a:rPr>
              <a:t>No lo encuentro pero camino en su sendero: </a:t>
            </a:r>
            <a:pPr indent="0" marL="0">
              <a:buNone/>
            </a:pPr>
            <a:r>
              <a:rPr lang="en-US" sz="1150" dirty="0">
                <a:solidFill>
                  <a:srgbClr val="1A1A1A"/>
                </a:solidFill>
                <a:latin typeface="Calibri" pitchFamily="34" charset="0"/>
                <a:ea typeface="Calibri" pitchFamily="34" charset="-122"/>
                <a:cs typeface="Calibri" pitchFamily="34" charset="-120"/>
              </a:rPr>
              <a:t>Job no podía ver ni encontrar a Dios, pero declaró que sus pies habían seguido sus pisadas y guardado su camino. La fidelidad en la oscuridad es la marca de la fe madura.</a:t>
            </a:r>
            <a:endParaRPr lang="en-US" sz="1150" dirty="0"/>
          </a:p>
        </p:txBody>
      </p:sp>
      <p:sp>
        <p:nvSpPr>
          <p:cNvPr id="21" name="Shape 19"/>
          <p:cNvSpPr/>
          <p:nvPr/>
        </p:nvSpPr>
        <p:spPr>
          <a:xfrm>
            <a:off x="0" y="4800600"/>
            <a:ext cx="9144000" cy="342900"/>
          </a:xfrm>
          <a:prstGeom prst="rect">
            <a:avLst/>
          </a:prstGeom>
          <a:solidFill>
            <a:srgbClr val="4A1B8A"/>
          </a:solidFill>
          <a:ln w="12700">
            <a:solidFill>
              <a:srgbClr val="4A1B8A"/>
            </a:solidFill>
            <a:prstDash val="solid"/>
          </a:ln>
        </p:spPr>
      </p:sp>
      <p:sp>
        <p:nvSpPr>
          <p:cNvPr id="22" name="Text 20"/>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4A1B8A"/>
          </a:solidFill>
          <a:ln w="12700">
            <a:solidFill>
              <a:srgbClr val="4A1B8A"/>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2]  EXPLORA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D0E4F5"/>
                </a:solidFill>
                <a:latin typeface="Calibri" pitchFamily="34" charset="0"/>
                <a:ea typeface="Calibri" pitchFamily="34" charset="-122"/>
                <a:cs typeface="Calibri" pitchFamily="34" charset="-120"/>
              </a:rPr>
              <a:t>— ¿Qué dice la Biblia?</a:t>
            </a:r>
            <a:endParaRPr lang="en-US" sz="1100" dirty="0"/>
          </a:p>
        </p:txBody>
      </p:sp>
      <p:sp>
        <p:nvSpPr>
          <p:cNvPr id="5" name="Shape 3"/>
          <p:cNvSpPr/>
          <p:nvPr/>
        </p:nvSpPr>
        <p:spPr>
          <a:xfrm>
            <a:off x="6995160" y="118872"/>
            <a:ext cx="1828800" cy="420624"/>
          </a:xfrm>
          <a:prstGeom prst="rect">
            <a:avLst/>
          </a:prstGeom>
          <a:solidFill>
            <a:srgbClr val="C85A00"/>
          </a:solidFill>
          <a:ln w="12700">
            <a:solidFill>
              <a:srgbClr val="C85A00"/>
            </a:solidFill>
            <a:prstDash val="solid"/>
          </a:ln>
        </p:spPr>
      </p:sp>
      <p:sp>
        <p:nvSpPr>
          <p:cNvPr id="6" name="Text 4"/>
          <p:cNvSpPr/>
          <p:nvPr/>
        </p:nvSpPr>
        <p:spPr>
          <a:xfrm>
            <a:off x="6995160" y="118872"/>
            <a:ext cx="18288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Tópico 3 de 3</a:t>
            </a:r>
            <a:endParaRPr lang="en-US" sz="900" dirty="0"/>
          </a:p>
        </p:txBody>
      </p:sp>
      <p:sp>
        <p:nvSpPr>
          <p:cNvPr id="7" name="Shape 5"/>
          <p:cNvSpPr/>
          <p:nvPr/>
        </p:nvSpPr>
        <p:spPr>
          <a:xfrm>
            <a:off x="228600" y="749808"/>
            <a:ext cx="2286000" cy="3931920"/>
          </a:xfrm>
          <a:prstGeom prst="rect">
            <a:avLst/>
          </a:prstGeom>
          <a:solidFill>
            <a:srgbClr val="4A1B8A"/>
          </a:solidFill>
          <a:ln w="12700">
            <a:solidFill>
              <a:srgbClr val="4A1B8A"/>
            </a:solidFill>
            <a:prstDash val="solid"/>
          </a:ln>
          <a:effectLst>
            <a:outerShdw sx="100000" sy="100000" kx="0" ky="0" algn="bl" rotWithShape="0" blurRad="63500" dist="25400" dir="8100000">
              <a:srgbClr val="000000">
                <a:alpha val="12000"/>
              </a:srgbClr>
            </a:outerShdw>
          </a:effectLst>
        </p:spPr>
      </p:sp>
      <p:sp>
        <p:nvSpPr>
          <p:cNvPr id="8" name="Shape 6"/>
          <p:cNvSpPr/>
          <p:nvPr/>
        </p:nvSpPr>
        <p:spPr>
          <a:xfrm>
            <a:off x="228600" y="749808"/>
            <a:ext cx="2286000" cy="402336"/>
          </a:xfrm>
          <a:prstGeom prst="rect">
            <a:avLst/>
          </a:prstGeom>
          <a:solidFill>
            <a:srgbClr val="C85A00"/>
          </a:solidFill>
          <a:ln w="12700">
            <a:solidFill>
              <a:srgbClr val="C85A00"/>
            </a:solidFill>
            <a:prstDash val="solid"/>
          </a:ln>
        </p:spPr>
      </p:sp>
      <p:sp>
        <p:nvSpPr>
          <p:cNvPr id="9" name="Text 7"/>
          <p:cNvSpPr/>
          <p:nvPr/>
        </p:nvSpPr>
        <p:spPr>
          <a:xfrm>
            <a:off x="320040" y="749808"/>
            <a:ext cx="219456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Tópico 3</a:t>
            </a:r>
            <a:endParaRPr lang="en-US" sz="1000" dirty="0"/>
          </a:p>
        </p:txBody>
      </p:sp>
      <p:sp>
        <p:nvSpPr>
          <p:cNvPr id="10" name="Text 8"/>
          <p:cNvSpPr/>
          <p:nvPr/>
        </p:nvSpPr>
        <p:spPr>
          <a:xfrm>
            <a:off x="338328" y="1207008"/>
            <a:ext cx="2084832" cy="3474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Jesús: presente en el desaliento</a:t>
            </a:r>
            <a:endParaRPr lang="en-US" sz="1250" dirty="0"/>
          </a:p>
          <a:p>
            <a:pPr algn="ctr" indent="0" marL="0">
              <a:buNone/>
            </a:pPr>
            <a:r>
              <a:rPr lang="en-US" sz="500" dirty="0">
                <a:solidFill>
                  <a:srgbClr val="000000"/>
                </a:solidFill>
              </a:rPr>
              <a:t>
</a:t>
            </a:r>
            <a:endParaRPr lang="en-US" sz="1250" dirty="0"/>
          </a:p>
          <a:p>
            <a:pPr algn="ctr" indent="0" marL="0">
              <a:buNone/>
            </a:pPr>
            <a:r>
              <a:rPr lang="en-US" sz="1000" i="1" dirty="0">
                <a:solidFill>
                  <a:srgbClr val="D0E4F5"/>
                </a:solidFill>
                <a:latin typeface="Calibri" pitchFamily="34" charset="0"/>
                <a:ea typeface="Calibri" pitchFamily="34" charset="-122"/>
                <a:cs typeface="Calibri" pitchFamily="34" charset="-120"/>
              </a:rPr>
              <a:t>Los discípulos de Emaús caminaban desanimados con el mayor revés de sus vidas. Sin reconocerlo, Jesús caminó con ellos. Él siempre se acerca cuando estamos más decepcionados y confundidos.</a:t>
            </a:r>
            <a:endParaRPr lang="en-US" sz="1250" dirty="0"/>
          </a:p>
          <a:p>
            <a:pPr algn="ctr" indent="0" marL="0">
              <a:buNone/>
            </a:pPr>
            <a:r>
              <a:rPr lang="en-US" sz="500" dirty="0">
                <a:solidFill>
                  <a:srgbClr val="000000"/>
                </a:solidFill>
              </a:rPr>
              <a:t>
</a:t>
            </a:r>
            <a:endParaRPr lang="en-US" sz="1250" dirty="0"/>
          </a:p>
          <a:p>
            <a:pPr algn="ctr" indent="0" marL="0">
              <a:buNone/>
            </a:pPr>
            <a:r>
              <a:rPr lang="en-US" sz="1150" b="1" dirty="0">
                <a:solidFill>
                  <a:srgbClr val="C85A00"/>
                </a:solidFill>
                <a:latin typeface="Calibri" pitchFamily="34" charset="0"/>
                <a:ea typeface="Calibri" pitchFamily="34" charset="-122"/>
                <a:cs typeface="Calibri" pitchFamily="34" charset="-120"/>
              </a:rPr>
              <a:t>Lucas 24:13-27; Romanos 8:28</a:t>
            </a:r>
            <a:endParaRPr lang="en-US" sz="1250" dirty="0"/>
          </a:p>
        </p:txBody>
      </p:sp>
      <p:sp>
        <p:nvSpPr>
          <p:cNvPr id="11" name="Shape 9"/>
          <p:cNvSpPr/>
          <p:nvPr/>
        </p:nvSpPr>
        <p:spPr>
          <a:xfrm>
            <a:off x="2606040" y="749808"/>
            <a:ext cx="6309360" cy="393192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12" name="Shape 10"/>
          <p:cNvSpPr/>
          <p:nvPr/>
        </p:nvSpPr>
        <p:spPr>
          <a:xfrm>
            <a:off x="2606040" y="749808"/>
            <a:ext cx="6309360" cy="1310640"/>
          </a:xfrm>
          <a:prstGeom prst="rect">
            <a:avLst/>
          </a:prstGeom>
          <a:solidFill>
            <a:srgbClr val="F4F6F9"/>
          </a:solidFill>
          <a:ln w="12700">
            <a:solidFill>
              <a:srgbClr val="CBD5E1"/>
            </a:solidFill>
            <a:prstDash val="solid"/>
          </a:ln>
        </p:spPr>
      </p:sp>
      <p:sp>
        <p:nvSpPr>
          <p:cNvPr id="13" name="Shape 11"/>
          <p:cNvSpPr/>
          <p:nvPr/>
        </p:nvSpPr>
        <p:spPr>
          <a:xfrm>
            <a:off x="2743200" y="1322832"/>
            <a:ext cx="164592" cy="164592"/>
          </a:xfrm>
          <a:prstGeom prst="ellipse">
            <a:avLst/>
          </a:prstGeom>
          <a:solidFill>
            <a:srgbClr val="C85A00"/>
          </a:solidFill>
          <a:ln w="12700">
            <a:solidFill>
              <a:srgbClr val="C85A00"/>
            </a:solidFill>
            <a:prstDash val="solid"/>
          </a:ln>
        </p:spPr>
      </p:sp>
      <p:sp>
        <p:nvSpPr>
          <p:cNvPr id="14" name="Text 12"/>
          <p:cNvSpPr/>
          <p:nvPr/>
        </p:nvSpPr>
        <p:spPr>
          <a:xfrm>
            <a:off x="2971800" y="841248"/>
            <a:ext cx="5833872" cy="1146048"/>
          </a:xfrm>
          <a:prstGeom prst="rect">
            <a:avLst/>
          </a:prstGeom>
          <a:noFill/>
          <a:ln/>
        </p:spPr>
        <p:txBody>
          <a:bodyPr wrap="square" rtlCol="0" anchor="ctr"/>
          <a:lstStyle/>
          <a:p>
            <a:pPr indent="0" marL="0">
              <a:buNone/>
            </a:pPr>
            <a:r>
              <a:rPr lang="en-US" sz="1150" b="1" i="1" dirty="0">
                <a:solidFill>
                  <a:srgbClr val="C85A00"/>
                </a:solidFill>
                <a:latin typeface="Calibri" pitchFamily="34" charset="0"/>
                <a:ea typeface="Calibri" pitchFamily="34" charset="-122"/>
                <a:cs typeface="Calibri" pitchFamily="34" charset="-120"/>
              </a:rPr>
              <a:t>Luc. 24:13-16  —  </a:t>
            </a:r>
            <a:pPr indent="0" marL="0">
              <a:buNone/>
            </a:pPr>
            <a:r>
              <a:rPr lang="en-US" sz="1150" b="1" dirty="0">
                <a:solidFill>
                  <a:srgbClr val="4A1B8A"/>
                </a:solidFill>
                <a:latin typeface="Calibri" pitchFamily="34" charset="0"/>
                <a:ea typeface="Calibri" pitchFamily="34" charset="-122"/>
                <a:cs typeface="Calibri" pitchFamily="34" charset="-120"/>
              </a:rPr>
              <a:t>Jesús camina junto a los desanimados: </a:t>
            </a:r>
            <a:pPr indent="0" marL="0">
              <a:buNone/>
            </a:pPr>
            <a:r>
              <a:rPr lang="en-US" sz="1150" dirty="0">
                <a:solidFill>
                  <a:srgbClr val="1A1A1A"/>
                </a:solidFill>
                <a:latin typeface="Calibri" pitchFamily="34" charset="0"/>
                <a:ea typeface="Calibri" pitchFamily="34" charset="-122"/>
                <a:cs typeface="Calibri" pitchFamily="34" charset="-120"/>
              </a:rPr>
              <a:t>Cuando iban tristes hablando de sus esperanzas frustradas, Jesús se acercó y caminó con ellos. A veces no lo reconocemos, pero él siempre está presente en nuestros momentos de mayor desánimo.</a:t>
            </a:r>
            <a:endParaRPr lang="en-US" sz="1150" dirty="0"/>
          </a:p>
        </p:txBody>
      </p:sp>
      <p:sp>
        <p:nvSpPr>
          <p:cNvPr id="15" name="Shape 13"/>
          <p:cNvSpPr/>
          <p:nvPr/>
        </p:nvSpPr>
        <p:spPr>
          <a:xfrm>
            <a:off x="2606040" y="2060448"/>
            <a:ext cx="6309360" cy="1310640"/>
          </a:xfrm>
          <a:prstGeom prst="rect">
            <a:avLst/>
          </a:prstGeom>
          <a:solidFill>
            <a:srgbClr val="EBF3FB"/>
          </a:solidFill>
          <a:ln w="12700">
            <a:solidFill>
              <a:srgbClr val="CBD5E1"/>
            </a:solidFill>
            <a:prstDash val="solid"/>
          </a:ln>
        </p:spPr>
      </p:sp>
      <p:sp>
        <p:nvSpPr>
          <p:cNvPr id="16" name="Shape 14"/>
          <p:cNvSpPr/>
          <p:nvPr/>
        </p:nvSpPr>
        <p:spPr>
          <a:xfrm>
            <a:off x="2743200" y="2633472"/>
            <a:ext cx="164592" cy="164592"/>
          </a:xfrm>
          <a:prstGeom prst="ellipse">
            <a:avLst/>
          </a:prstGeom>
          <a:solidFill>
            <a:srgbClr val="C85A00"/>
          </a:solidFill>
          <a:ln w="12700">
            <a:solidFill>
              <a:srgbClr val="C85A00"/>
            </a:solidFill>
            <a:prstDash val="solid"/>
          </a:ln>
        </p:spPr>
      </p:sp>
      <p:sp>
        <p:nvSpPr>
          <p:cNvPr id="17" name="Text 15"/>
          <p:cNvSpPr/>
          <p:nvPr/>
        </p:nvSpPr>
        <p:spPr>
          <a:xfrm>
            <a:off x="2971800" y="2151888"/>
            <a:ext cx="5833872" cy="1146048"/>
          </a:xfrm>
          <a:prstGeom prst="rect">
            <a:avLst/>
          </a:prstGeom>
          <a:noFill/>
          <a:ln/>
        </p:spPr>
        <p:txBody>
          <a:bodyPr wrap="square" rtlCol="0" anchor="ctr"/>
          <a:lstStyle/>
          <a:p>
            <a:pPr indent="0" marL="0">
              <a:buNone/>
            </a:pPr>
            <a:r>
              <a:rPr lang="en-US" sz="1150" b="1" i="1" dirty="0">
                <a:solidFill>
                  <a:srgbClr val="C85A00"/>
                </a:solidFill>
                <a:latin typeface="Calibri" pitchFamily="34" charset="0"/>
                <a:ea typeface="Calibri" pitchFamily="34" charset="-122"/>
                <a:cs typeface="Calibri" pitchFamily="34" charset="-120"/>
              </a:rPr>
              <a:t>Luc. 24:25-27  —  </a:t>
            </a:r>
            <a:pPr indent="0" marL="0">
              <a:buNone/>
            </a:pPr>
            <a:r>
              <a:rPr lang="en-US" sz="1150" b="1" dirty="0">
                <a:solidFill>
                  <a:srgbClr val="4A1B8A"/>
                </a:solidFill>
                <a:latin typeface="Calibri" pitchFamily="34" charset="0"/>
                <a:ea typeface="Calibri" pitchFamily="34" charset="-122"/>
                <a:cs typeface="Calibri" pitchFamily="34" charset="-120"/>
              </a:rPr>
              <a:t>La Palabra que abre el corazón: </a:t>
            </a:r>
            <a:pPr indent="0" marL="0">
              <a:buNone/>
            </a:pPr>
            <a:r>
              <a:rPr lang="en-US" sz="1150" dirty="0">
                <a:solidFill>
                  <a:srgbClr val="1A1A1A"/>
                </a:solidFill>
                <a:latin typeface="Calibri" pitchFamily="34" charset="0"/>
                <a:ea typeface="Calibri" pitchFamily="34" charset="-122"/>
                <a:cs typeface="Calibri" pitchFamily="34" charset="-120"/>
              </a:rPr>
              <a:t>Jesús explicó desde todas las Escrituras lo referente a él. La Palabra de Dios fue el instrumento para transformar el desánimo en esperanza. La Biblia ilumina los reveses desde la perspectiva eterna.</a:t>
            </a:r>
            <a:endParaRPr lang="en-US" sz="1150" dirty="0"/>
          </a:p>
        </p:txBody>
      </p:sp>
      <p:sp>
        <p:nvSpPr>
          <p:cNvPr id="18" name="Shape 16"/>
          <p:cNvSpPr/>
          <p:nvPr/>
        </p:nvSpPr>
        <p:spPr>
          <a:xfrm>
            <a:off x="2606040" y="3371088"/>
            <a:ext cx="6309360" cy="1310640"/>
          </a:xfrm>
          <a:prstGeom prst="rect">
            <a:avLst/>
          </a:prstGeom>
          <a:solidFill>
            <a:srgbClr val="F4F6F9"/>
          </a:solidFill>
          <a:ln w="12700">
            <a:solidFill>
              <a:srgbClr val="CBD5E1"/>
            </a:solidFill>
            <a:prstDash val="solid"/>
          </a:ln>
        </p:spPr>
      </p:sp>
      <p:sp>
        <p:nvSpPr>
          <p:cNvPr id="19" name="Shape 17"/>
          <p:cNvSpPr/>
          <p:nvPr/>
        </p:nvSpPr>
        <p:spPr>
          <a:xfrm>
            <a:off x="2743200" y="3944112"/>
            <a:ext cx="164592" cy="164592"/>
          </a:xfrm>
          <a:prstGeom prst="ellipse">
            <a:avLst/>
          </a:prstGeom>
          <a:solidFill>
            <a:srgbClr val="C85A00"/>
          </a:solidFill>
          <a:ln w="12700">
            <a:solidFill>
              <a:srgbClr val="C85A00"/>
            </a:solidFill>
            <a:prstDash val="solid"/>
          </a:ln>
        </p:spPr>
      </p:sp>
      <p:sp>
        <p:nvSpPr>
          <p:cNvPr id="20" name="Text 18"/>
          <p:cNvSpPr/>
          <p:nvPr/>
        </p:nvSpPr>
        <p:spPr>
          <a:xfrm>
            <a:off x="2971800" y="3462528"/>
            <a:ext cx="5833872" cy="1146048"/>
          </a:xfrm>
          <a:prstGeom prst="rect">
            <a:avLst/>
          </a:prstGeom>
          <a:noFill/>
          <a:ln/>
        </p:spPr>
        <p:txBody>
          <a:bodyPr wrap="square" rtlCol="0" anchor="ctr"/>
          <a:lstStyle/>
          <a:p>
            <a:pPr indent="0" marL="0">
              <a:buNone/>
            </a:pPr>
            <a:r>
              <a:rPr lang="en-US" sz="1150" b="1" i="1" dirty="0">
                <a:solidFill>
                  <a:srgbClr val="C85A00"/>
                </a:solidFill>
                <a:latin typeface="Calibri" pitchFamily="34" charset="0"/>
                <a:ea typeface="Calibri" pitchFamily="34" charset="-122"/>
                <a:cs typeface="Calibri" pitchFamily="34" charset="-120"/>
              </a:rPr>
              <a:t>Rom. 8:28  —  </a:t>
            </a:r>
            <a:pPr indent="0" marL="0">
              <a:buNone/>
            </a:pPr>
            <a:r>
              <a:rPr lang="en-US" sz="1150" b="1" dirty="0">
                <a:solidFill>
                  <a:srgbClr val="4A1B8A"/>
                </a:solidFill>
                <a:latin typeface="Calibri" pitchFamily="34" charset="0"/>
                <a:ea typeface="Calibri" pitchFamily="34" charset="-122"/>
                <a:cs typeface="Calibri" pitchFamily="34" charset="-120"/>
              </a:rPr>
              <a:t>Todas las cosas ayudan a bien: </a:t>
            </a:r>
            <a:pPr indent="0" marL="0">
              <a:buNone/>
            </a:pPr>
            <a:r>
              <a:rPr lang="en-US" sz="1150" dirty="0">
                <a:solidFill>
                  <a:srgbClr val="1A1A1A"/>
                </a:solidFill>
                <a:latin typeface="Calibri" pitchFamily="34" charset="0"/>
                <a:ea typeface="Calibri" pitchFamily="34" charset="-122"/>
                <a:cs typeface="Calibri" pitchFamily="34" charset="-120"/>
              </a:rPr>
              <a:t>A los que aman a Dios todas las cosas les ayudan a bien. Esta promesa no elimina el dolor pero le da un propósito. Dios puede convertir cualquier revés en un instrumento de crecimiento y bendición.</a:t>
            </a:r>
            <a:endParaRPr lang="en-US" sz="1150" dirty="0"/>
          </a:p>
        </p:txBody>
      </p:sp>
      <p:sp>
        <p:nvSpPr>
          <p:cNvPr id="21" name="Shape 19"/>
          <p:cNvSpPr/>
          <p:nvPr/>
        </p:nvSpPr>
        <p:spPr>
          <a:xfrm>
            <a:off x="0" y="4800600"/>
            <a:ext cx="9144000" cy="342900"/>
          </a:xfrm>
          <a:prstGeom prst="rect">
            <a:avLst/>
          </a:prstGeom>
          <a:solidFill>
            <a:srgbClr val="4A1B8A"/>
          </a:solidFill>
          <a:ln w="12700">
            <a:solidFill>
              <a:srgbClr val="4A1B8A"/>
            </a:solidFill>
            <a:prstDash val="solid"/>
          </a:ln>
        </p:spPr>
      </p:sp>
      <p:sp>
        <p:nvSpPr>
          <p:cNvPr id="22" name="Text 20"/>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78"/>
          </a:solidFill>
          <a:ln w="12700">
            <a:solidFill>
              <a:srgbClr val="1E3A78"/>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3]  APLICA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C8ECD4"/>
                </a:solidFill>
                <a:latin typeface="Calibri" pitchFamily="34" charset="0"/>
                <a:ea typeface="Calibri" pitchFamily="34" charset="-122"/>
                <a:cs typeface="Calibri" pitchFamily="34" charset="-120"/>
              </a:rPr>
              <a:t>— Reflexión personal:</a:t>
            </a:r>
            <a:endParaRPr lang="en-US" sz="1100" dirty="0"/>
          </a:p>
        </p:txBody>
      </p:sp>
      <p:sp>
        <p:nvSpPr>
          <p:cNvPr id="5" name="Shape 3"/>
          <p:cNvSpPr/>
          <p:nvPr/>
        </p:nvSpPr>
        <p:spPr>
          <a:xfrm>
            <a:off x="228600" y="768096"/>
            <a:ext cx="8686800" cy="1325880"/>
          </a:xfrm>
          <a:prstGeom prst="rect">
            <a:avLst/>
          </a:prstGeom>
          <a:solidFill>
            <a:srgbClr val="E8EEF8"/>
          </a:solidFill>
          <a:ln w="12700">
            <a:solidFill>
              <a:srgbClr val="8BAAD4"/>
            </a:solidFill>
            <a:prstDash val="solid"/>
          </a:ln>
          <a:effectLst>
            <a:outerShdw sx="100000" sy="100000" kx="0" ky="0" algn="bl" rotWithShape="0" blurRad="63500" dist="25400" dir="8100000">
              <a:srgbClr val="000000">
                <a:alpha val="12000"/>
              </a:srgbClr>
            </a:outerShdw>
          </a:effectLst>
        </p:spPr>
      </p:sp>
      <p:sp>
        <p:nvSpPr>
          <p:cNvPr id="6" name="Shape 4"/>
          <p:cNvSpPr/>
          <p:nvPr/>
        </p:nvSpPr>
        <p:spPr>
          <a:xfrm>
            <a:off x="228600" y="768096"/>
            <a:ext cx="128016" cy="1325880"/>
          </a:xfrm>
          <a:prstGeom prst="rect">
            <a:avLst/>
          </a:prstGeom>
          <a:solidFill>
            <a:srgbClr val="1E3A78"/>
          </a:solidFill>
          <a:ln w="12700">
            <a:solidFill>
              <a:srgbClr val="1E3A78"/>
            </a:solidFill>
            <a:prstDash val="solid"/>
          </a:ln>
        </p:spPr>
      </p:sp>
      <p:sp>
        <p:nvSpPr>
          <p:cNvPr id="7" name="Text 5"/>
          <p:cNvSpPr/>
          <p:nvPr/>
        </p:nvSpPr>
        <p:spPr>
          <a:xfrm>
            <a:off x="402336" y="822960"/>
            <a:ext cx="347472" cy="329184"/>
          </a:xfrm>
          <a:prstGeom prst="rect">
            <a:avLst/>
          </a:prstGeom>
          <a:noFill/>
          <a:ln/>
        </p:spPr>
        <p:txBody>
          <a:bodyPr wrap="square" rtlCol="0" anchor="ctr"/>
          <a:lstStyle/>
          <a:p>
            <a:pPr indent="0" marL="0">
              <a:buNone/>
            </a:pPr>
            <a:r>
              <a:rPr lang="en-US" sz="1400" dirty="0">
                <a:solidFill>
                  <a:srgbClr val="1E3A78"/>
                </a:solidFill>
              </a:rPr>
              <a:t>✶</a:t>
            </a:r>
            <a:endParaRPr lang="en-US" sz="1400" dirty="0"/>
          </a:p>
        </p:txBody>
      </p:sp>
      <p:sp>
        <p:nvSpPr>
          <p:cNvPr id="8" name="Text 6"/>
          <p:cNvSpPr/>
          <p:nvPr/>
        </p:nvSpPr>
        <p:spPr>
          <a:xfrm>
            <a:off x="749808" y="795528"/>
            <a:ext cx="8046720" cy="960120"/>
          </a:xfrm>
          <a:prstGeom prst="rect">
            <a:avLst/>
          </a:prstGeom>
          <a:noFill/>
          <a:ln/>
        </p:spPr>
        <p:txBody>
          <a:bodyPr wrap="square" rtlCol="0" anchor="ctr"/>
          <a:lstStyle/>
          <a:p>
            <a:pPr indent="0" marL="0">
              <a:buNone/>
            </a:pPr>
            <a:r>
              <a:rPr lang="en-US" sz="1200" i="1" dirty="0">
                <a:solidFill>
                  <a:srgbClr val="1A1A1A"/>
                </a:solidFill>
                <a:latin typeface="Calibri" pitchFamily="34" charset="0"/>
                <a:ea typeface="Calibri" pitchFamily="34" charset="-122"/>
                <a:cs typeface="Calibri" pitchFamily="34" charset="-120"/>
              </a:rPr>
              <a:t>"Me veía sentada en abyecta desesperación, reflexionando: Si Jesús estuviera en la Tierra, iría a él, me postraría a sus pies y le contaría todos mis sufrimientos. No me rechazaría. Tendría misericordia de mí."</a:t>
            </a:r>
            <a:endParaRPr lang="en-US" sz="1200" dirty="0"/>
          </a:p>
        </p:txBody>
      </p:sp>
      <p:sp>
        <p:nvSpPr>
          <p:cNvPr id="9" name="Text 7"/>
          <p:cNvSpPr/>
          <p:nvPr/>
        </p:nvSpPr>
        <p:spPr>
          <a:xfrm>
            <a:off x="749808" y="1755648"/>
            <a:ext cx="8046720" cy="256032"/>
          </a:xfrm>
          <a:prstGeom prst="rect">
            <a:avLst/>
          </a:prstGeom>
          <a:noFill/>
          <a:ln/>
        </p:spPr>
        <p:txBody>
          <a:bodyPr wrap="square" rtlCol="0" anchor="ctr"/>
          <a:lstStyle/>
          <a:p>
            <a:pPr algn="r" indent="0" marL="0">
              <a:buNone/>
            </a:pPr>
            <a:r>
              <a:rPr lang="en-US" sz="1000" i="1" dirty="0">
                <a:solidFill>
                  <a:srgbClr val="1E3A78"/>
                </a:solidFill>
                <a:latin typeface="Calibri" pitchFamily="34" charset="0"/>
                <a:ea typeface="Calibri" pitchFamily="34" charset="-122"/>
                <a:cs typeface="Calibri" pitchFamily="34" charset="-120"/>
              </a:rPr>
              <a:t>— Elena de White, Primeros escritos, p. 78</a:t>
            </a:r>
            <a:endParaRPr lang="en-US" sz="1000" dirty="0"/>
          </a:p>
        </p:txBody>
      </p:sp>
      <p:sp>
        <p:nvSpPr>
          <p:cNvPr id="10" name="Shape 8"/>
          <p:cNvSpPr/>
          <p:nvPr/>
        </p:nvSpPr>
        <p:spPr>
          <a:xfrm>
            <a:off x="228600" y="2148840"/>
            <a:ext cx="8686800" cy="832104"/>
          </a:xfrm>
          <a:prstGeom prst="rect">
            <a:avLst/>
          </a:prstGeom>
          <a:solidFill>
            <a:srgbClr val="FFFFFF"/>
          </a:solidFill>
          <a:ln w="12700">
            <a:solidFill>
              <a:srgbClr val="8BAAD4"/>
            </a:solidFill>
            <a:prstDash val="solid"/>
          </a:ln>
          <a:effectLst>
            <a:outerShdw sx="100000" sy="100000" kx="0" ky="0" algn="bl" rotWithShape="0" blurRad="63500" dist="25400" dir="8100000">
              <a:srgbClr val="000000">
                <a:alpha val="12000"/>
              </a:srgbClr>
            </a:outerShdw>
          </a:effectLst>
        </p:spPr>
      </p:sp>
      <p:sp>
        <p:nvSpPr>
          <p:cNvPr id="11" name="Shape 9"/>
          <p:cNvSpPr/>
          <p:nvPr/>
        </p:nvSpPr>
        <p:spPr>
          <a:xfrm>
            <a:off x="228600" y="2148840"/>
            <a:ext cx="128016" cy="832104"/>
          </a:xfrm>
          <a:prstGeom prst="rect">
            <a:avLst/>
          </a:prstGeom>
          <a:solidFill>
            <a:srgbClr val="1E3A78"/>
          </a:solidFill>
          <a:ln w="12700">
            <a:solidFill>
              <a:srgbClr val="1E3A78"/>
            </a:solidFill>
            <a:prstDash val="solid"/>
          </a:ln>
        </p:spPr>
      </p:sp>
      <p:sp>
        <p:nvSpPr>
          <p:cNvPr id="12" name="Text 10"/>
          <p:cNvSpPr/>
          <p:nvPr/>
        </p:nvSpPr>
        <p:spPr>
          <a:xfrm>
            <a:off x="420624" y="2221992"/>
            <a:ext cx="8366760" cy="685800"/>
          </a:xfrm>
          <a:prstGeom prst="rect">
            <a:avLst/>
          </a:prstGeom>
          <a:noFill/>
          <a:ln/>
        </p:spPr>
        <p:txBody>
          <a:bodyPr wrap="square" rtlCol="0" anchor="ctr"/>
          <a:lstStyle/>
          <a:p>
            <a:pPr indent="0" marL="0">
              <a:buNone/>
            </a:pPr>
            <a:r>
              <a:rPr lang="en-US" sz="1300" b="1" dirty="0">
                <a:solidFill>
                  <a:srgbClr val="1E3A78"/>
                </a:solidFill>
                <a:latin typeface="Calibri" pitchFamily="34" charset="0"/>
                <a:ea typeface="Calibri" pitchFamily="34" charset="-122"/>
                <a:cs typeface="Calibri" pitchFamily="34" charset="-120"/>
              </a:rPr>
              <a:t>1.  </a:t>
            </a:r>
            <a:pPr indent="0" marL="0">
              <a:buNone/>
            </a:pPr>
            <a:r>
              <a:rPr lang="en-US" sz="1250" b="1" dirty="0">
                <a:solidFill>
                  <a:srgbClr val="1A1A1A"/>
                </a:solidFill>
                <a:latin typeface="Calibri" pitchFamily="34" charset="0"/>
                <a:ea typeface="Calibri" pitchFamily="34" charset="-122"/>
                <a:cs typeface="Calibri" pitchFamily="34" charset="-120"/>
              </a:rPr>
              <a:t>¿Cuándo estás en medio de una tormenta, tu primera reacción es el miedo o la confianza en la presencia de Jesús? ¿Qué te ayuda a recordar que él está en el bote contigo?</a:t>
            </a:r>
            <a:endParaRPr lang="en-US" sz="1300" dirty="0"/>
          </a:p>
        </p:txBody>
      </p:sp>
      <p:sp>
        <p:nvSpPr>
          <p:cNvPr id="13" name="Shape 11"/>
          <p:cNvSpPr/>
          <p:nvPr/>
        </p:nvSpPr>
        <p:spPr>
          <a:xfrm>
            <a:off x="228600" y="3017520"/>
            <a:ext cx="8686800" cy="832104"/>
          </a:xfrm>
          <a:prstGeom prst="rect">
            <a:avLst/>
          </a:prstGeom>
          <a:solidFill>
            <a:srgbClr val="E8EEF8"/>
          </a:solidFill>
          <a:ln w="12700">
            <a:solidFill>
              <a:srgbClr val="8BAAD4"/>
            </a:solidFill>
            <a:prstDash val="solid"/>
          </a:ln>
          <a:effectLst>
            <a:outerShdw sx="100000" sy="100000" kx="0" ky="0" algn="bl" rotWithShape="0" blurRad="63500" dist="25400" dir="8100000">
              <a:srgbClr val="000000">
                <a:alpha val="12000"/>
              </a:srgbClr>
            </a:outerShdw>
          </a:effectLst>
        </p:spPr>
      </p:sp>
      <p:sp>
        <p:nvSpPr>
          <p:cNvPr id="14" name="Shape 12"/>
          <p:cNvSpPr/>
          <p:nvPr/>
        </p:nvSpPr>
        <p:spPr>
          <a:xfrm>
            <a:off x="228600" y="3017520"/>
            <a:ext cx="128016" cy="832104"/>
          </a:xfrm>
          <a:prstGeom prst="rect">
            <a:avLst/>
          </a:prstGeom>
          <a:solidFill>
            <a:srgbClr val="1E3A78"/>
          </a:solidFill>
          <a:ln w="12700">
            <a:solidFill>
              <a:srgbClr val="1E3A78"/>
            </a:solidFill>
            <a:prstDash val="solid"/>
          </a:ln>
        </p:spPr>
      </p:sp>
      <p:sp>
        <p:nvSpPr>
          <p:cNvPr id="15" name="Text 13"/>
          <p:cNvSpPr/>
          <p:nvPr/>
        </p:nvSpPr>
        <p:spPr>
          <a:xfrm>
            <a:off x="420624" y="3090672"/>
            <a:ext cx="8366760" cy="685800"/>
          </a:xfrm>
          <a:prstGeom prst="rect">
            <a:avLst/>
          </a:prstGeom>
          <a:noFill/>
          <a:ln/>
        </p:spPr>
        <p:txBody>
          <a:bodyPr wrap="square" rtlCol="0" anchor="ctr"/>
          <a:lstStyle/>
          <a:p>
            <a:pPr indent="0" marL="0">
              <a:buNone/>
            </a:pPr>
            <a:r>
              <a:rPr lang="en-US" sz="1300" b="1" dirty="0">
                <a:solidFill>
                  <a:srgbClr val="1E3A78"/>
                </a:solidFill>
                <a:latin typeface="Calibri" pitchFamily="34" charset="0"/>
                <a:ea typeface="Calibri" pitchFamily="34" charset="-122"/>
                <a:cs typeface="Calibri" pitchFamily="34" charset="-120"/>
              </a:rPr>
              <a:t>2.  </a:t>
            </a:r>
            <a:pPr indent="0" marL="0">
              <a:buNone/>
            </a:pPr>
            <a:r>
              <a:rPr lang="en-US" sz="1250" b="1" dirty="0">
                <a:solidFill>
                  <a:srgbClr val="1A1A1A"/>
                </a:solidFill>
                <a:latin typeface="Calibri" pitchFamily="34" charset="0"/>
                <a:ea typeface="Calibri" pitchFamily="34" charset="-122"/>
                <a:cs typeface="Calibri" pitchFamily="34" charset="-120"/>
              </a:rPr>
              <a:t>¿Has tenido momentos en que no podías 'encontrar' a Dios pero seguiste caminando en su sendero? ¿Qué te ayudó a seguir adelante?</a:t>
            </a:r>
            <a:endParaRPr lang="en-US" sz="1300" dirty="0"/>
          </a:p>
        </p:txBody>
      </p:sp>
      <p:sp>
        <p:nvSpPr>
          <p:cNvPr id="16" name="Shape 14"/>
          <p:cNvSpPr/>
          <p:nvPr/>
        </p:nvSpPr>
        <p:spPr>
          <a:xfrm>
            <a:off x="228600" y="3886200"/>
            <a:ext cx="8686800" cy="832104"/>
          </a:xfrm>
          <a:prstGeom prst="rect">
            <a:avLst/>
          </a:prstGeom>
          <a:solidFill>
            <a:srgbClr val="FFFFFF"/>
          </a:solidFill>
          <a:ln w="12700">
            <a:solidFill>
              <a:srgbClr val="8BAAD4"/>
            </a:solidFill>
            <a:prstDash val="solid"/>
          </a:ln>
          <a:effectLst>
            <a:outerShdw sx="100000" sy="100000" kx="0" ky="0" algn="bl" rotWithShape="0" blurRad="63500" dist="25400" dir="8100000">
              <a:srgbClr val="000000">
                <a:alpha val="12000"/>
              </a:srgbClr>
            </a:outerShdw>
          </a:effectLst>
        </p:spPr>
      </p:sp>
      <p:sp>
        <p:nvSpPr>
          <p:cNvPr id="17" name="Shape 15"/>
          <p:cNvSpPr/>
          <p:nvPr/>
        </p:nvSpPr>
        <p:spPr>
          <a:xfrm>
            <a:off x="228600" y="3886200"/>
            <a:ext cx="128016" cy="832104"/>
          </a:xfrm>
          <a:prstGeom prst="rect">
            <a:avLst/>
          </a:prstGeom>
          <a:solidFill>
            <a:srgbClr val="1E3A78"/>
          </a:solidFill>
          <a:ln w="12700">
            <a:solidFill>
              <a:srgbClr val="1E3A78"/>
            </a:solidFill>
            <a:prstDash val="solid"/>
          </a:ln>
        </p:spPr>
      </p:sp>
      <p:sp>
        <p:nvSpPr>
          <p:cNvPr id="18" name="Text 16"/>
          <p:cNvSpPr/>
          <p:nvPr/>
        </p:nvSpPr>
        <p:spPr>
          <a:xfrm>
            <a:off x="420624" y="3959352"/>
            <a:ext cx="8366760" cy="685800"/>
          </a:xfrm>
          <a:prstGeom prst="rect">
            <a:avLst/>
          </a:prstGeom>
          <a:noFill/>
          <a:ln/>
        </p:spPr>
        <p:txBody>
          <a:bodyPr wrap="square" rtlCol="0" anchor="ctr"/>
          <a:lstStyle/>
          <a:p>
            <a:pPr indent="0" marL="0">
              <a:buNone/>
            </a:pPr>
            <a:r>
              <a:rPr lang="en-US" sz="1300" b="1" dirty="0">
                <a:solidFill>
                  <a:srgbClr val="1E3A78"/>
                </a:solidFill>
                <a:latin typeface="Calibri" pitchFamily="34" charset="0"/>
                <a:ea typeface="Calibri" pitchFamily="34" charset="-122"/>
                <a:cs typeface="Calibri" pitchFamily="34" charset="-120"/>
              </a:rPr>
              <a:t>3.  </a:t>
            </a:r>
            <a:pPr indent="0" marL="0">
              <a:buNone/>
            </a:pPr>
            <a:r>
              <a:rPr lang="en-US" sz="1250" b="1" dirty="0">
                <a:solidFill>
                  <a:srgbClr val="1A1A1A"/>
                </a:solidFill>
                <a:latin typeface="Calibri" pitchFamily="34" charset="0"/>
                <a:ea typeface="Calibri" pitchFamily="34" charset="-122"/>
                <a:cs typeface="Calibri" pitchFamily="34" charset="-120"/>
              </a:rPr>
              <a:t>¿En qué revés o dificultad actual necesitas reconocer la presencia de Jesús caminando contigo y confiar que él puede transformarlo en algo bueno?</a:t>
            </a:r>
            <a:endParaRPr lang="en-US" sz="1300" dirty="0"/>
          </a:p>
        </p:txBody>
      </p:sp>
      <p:sp>
        <p:nvSpPr>
          <p:cNvPr id="19" name="Shape 17"/>
          <p:cNvSpPr/>
          <p:nvPr/>
        </p:nvSpPr>
        <p:spPr>
          <a:xfrm>
            <a:off x="0" y="4800600"/>
            <a:ext cx="9144000" cy="342900"/>
          </a:xfrm>
          <a:prstGeom prst="rect">
            <a:avLst/>
          </a:prstGeom>
          <a:solidFill>
            <a:srgbClr val="4A1B8A"/>
          </a:solidFill>
          <a:ln w="12700">
            <a:solidFill>
              <a:srgbClr val="4A1B8A"/>
            </a:solidFill>
            <a:prstDash val="solid"/>
          </a:ln>
        </p:spPr>
      </p:sp>
      <p:sp>
        <p:nvSpPr>
          <p:cNvPr id="20" name="Text 18"/>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4A1B8A"/>
        </a:solidFill>
      </p:bgPr>
    </p:bg>
    <p:spTree>
      <p:nvGrpSpPr>
        <p:cNvPr id="1" name=""/>
        <p:cNvGrpSpPr/>
        <p:nvPr/>
      </p:nvGrpSpPr>
      <p:grpSpPr>
        <a:xfrm>
          <a:off x="0" y="0"/>
          <a:ext cx="0" cy="0"/>
          <a:chOff x="0" y="0"/>
          <a:chExt cx="0" cy="0"/>
        </a:xfrm>
      </p:grpSpPr>
      <p:sp>
        <p:nvSpPr>
          <p:cNvPr id="2" name="Shape 0"/>
          <p:cNvSpPr/>
          <p:nvPr/>
        </p:nvSpPr>
        <p:spPr>
          <a:xfrm>
            <a:off x="6949440" y="0"/>
            <a:ext cx="2194560" cy="2011680"/>
          </a:xfrm>
          <a:prstGeom prst="rect">
            <a:avLst/>
          </a:prstGeom>
          <a:solidFill>
            <a:srgbClr val="C85A00">
              <a:alpha val="40000"/>
            </a:srgbClr>
          </a:solidFill>
          <a:ln w="12700">
            <a:solidFill>
              <a:srgbClr val="C85A00">
                <a:alpha val="40000"/>
              </a:srgbClr>
            </a:solidFill>
            <a:prstDash val="solid"/>
          </a:ln>
        </p:spPr>
      </p:sp>
      <p:sp>
        <p:nvSpPr>
          <p:cNvPr id="3" name="Shape 1"/>
          <p:cNvSpPr/>
          <p:nvPr/>
        </p:nvSpPr>
        <p:spPr>
          <a:xfrm>
            <a:off x="-45720" y="3291840"/>
            <a:ext cx="1645920" cy="1920240"/>
          </a:xfrm>
          <a:prstGeom prst="rect">
            <a:avLst/>
          </a:prstGeom>
          <a:solidFill>
            <a:srgbClr val="C85A00">
              <a:alpha val="30000"/>
            </a:srgbClr>
          </a:solidFill>
          <a:ln w="12700">
            <a:solidFill>
              <a:srgbClr val="C85A00">
                <a:alpha val="30000"/>
              </a:srgbClr>
            </a:solidFill>
            <a:prstDash val="solid"/>
          </a:ln>
        </p:spPr>
      </p:sp>
      <p:sp>
        <p:nvSpPr>
          <p:cNvPr id="4" name="Shape 2"/>
          <p:cNvSpPr/>
          <p:nvPr/>
        </p:nvSpPr>
        <p:spPr>
          <a:xfrm>
            <a:off x="347472" y="256032"/>
            <a:ext cx="2743200" cy="438912"/>
          </a:xfrm>
          <a:prstGeom prst="rect">
            <a:avLst/>
          </a:prstGeom>
          <a:solidFill>
            <a:srgbClr val="C85A00"/>
          </a:solidFill>
          <a:ln w="12700">
            <a:solidFill>
              <a:srgbClr val="C85A00"/>
            </a:solidFill>
            <a:prstDash val="solid"/>
          </a:ln>
        </p:spPr>
      </p:sp>
      <p:sp>
        <p:nvSpPr>
          <p:cNvPr id="5" name="Text 3"/>
          <p:cNvSpPr/>
          <p:nvPr/>
        </p:nvSpPr>
        <p:spPr>
          <a:xfrm>
            <a:off x="347472" y="256032"/>
            <a:ext cx="274320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[FASE 4]  CREA  — MI DECISIÓN</a:t>
            </a:r>
            <a:endParaRPr lang="en-US" sz="1050" dirty="0"/>
          </a:p>
        </p:txBody>
      </p:sp>
      <p:sp>
        <p:nvSpPr>
          <p:cNvPr id="6" name="Shape 4"/>
          <p:cNvSpPr/>
          <p:nvPr/>
        </p:nvSpPr>
        <p:spPr>
          <a:xfrm>
            <a:off x="347472" y="804672"/>
            <a:ext cx="118872" cy="3886200"/>
          </a:xfrm>
          <a:prstGeom prst="rect">
            <a:avLst/>
          </a:prstGeom>
          <a:solidFill>
            <a:srgbClr val="C85A00"/>
          </a:solidFill>
          <a:ln w="12700">
            <a:solidFill>
              <a:srgbClr val="C85A00"/>
            </a:solidFill>
            <a:prstDash val="solid"/>
          </a:ln>
        </p:spPr>
      </p:sp>
      <p:sp>
        <p:nvSpPr>
          <p:cNvPr id="7" name="Text 5"/>
          <p:cNvSpPr/>
          <p:nvPr/>
        </p:nvSpPr>
        <p:spPr>
          <a:xfrm>
            <a:off x="566928" y="822960"/>
            <a:ext cx="8046720" cy="411480"/>
          </a:xfrm>
          <a:prstGeom prst="rect">
            <a:avLst/>
          </a:prstGeom>
          <a:noFill/>
          <a:ln/>
        </p:spPr>
        <p:txBody>
          <a:bodyPr wrap="square" rtlCol="0" anchor="ctr"/>
          <a:lstStyle/>
          <a:p>
            <a:pPr indent="0" marL="0">
              <a:buNone/>
            </a:pPr>
            <a:r>
              <a:rPr lang="en-US" sz="1400" i="1" dirty="0">
                <a:solidFill>
                  <a:srgbClr val="D0E4F5"/>
                </a:solidFill>
                <a:latin typeface="Calibri" pitchFamily="34" charset="0"/>
                <a:ea typeface="Calibri" pitchFamily="34" charset="-122"/>
                <a:cs typeface="Calibri" pitchFamily="34" charset="-120"/>
              </a:rPr>
              <a:t>Marca tu respuesta honesta para esta semana:</a:t>
            </a:r>
            <a:endParaRPr lang="en-US" sz="1400" dirty="0"/>
          </a:p>
        </p:txBody>
      </p:sp>
      <p:sp>
        <p:nvSpPr>
          <p:cNvPr id="8" name="Shape 6"/>
          <p:cNvSpPr/>
          <p:nvPr/>
        </p:nvSpPr>
        <p:spPr>
          <a:xfrm>
            <a:off x="566928" y="1325880"/>
            <a:ext cx="8229600" cy="996696"/>
          </a:xfrm>
          <a:prstGeom prst="rect">
            <a:avLst/>
          </a:prstGeom>
          <a:solidFill>
            <a:srgbClr val="FFFFFF">
              <a:alpha val="92000"/>
            </a:srgbClr>
          </a:solidFill>
          <a:ln w="12700">
            <a:solidFill>
              <a:srgbClr val="C85A00">
                <a:alpha val="60000"/>
              </a:srgbClr>
            </a:solidFill>
            <a:prstDash val="solid"/>
          </a:ln>
        </p:spPr>
      </p:sp>
      <p:sp>
        <p:nvSpPr>
          <p:cNvPr id="9" name="Shape 7"/>
          <p:cNvSpPr/>
          <p:nvPr/>
        </p:nvSpPr>
        <p:spPr>
          <a:xfrm>
            <a:off x="713232" y="1453896"/>
            <a:ext cx="292608" cy="292608"/>
          </a:xfrm>
          <a:prstGeom prst="ellipse">
            <a:avLst/>
          </a:prstGeom>
          <a:solidFill>
            <a:srgbClr val="C85A00"/>
          </a:solidFill>
          <a:ln w="12700">
            <a:solidFill>
              <a:srgbClr val="C85A00"/>
            </a:solidFill>
            <a:prstDash val="solid"/>
          </a:ln>
        </p:spPr>
      </p:sp>
      <p:sp>
        <p:nvSpPr>
          <p:cNvPr id="10" name="Text 8"/>
          <p:cNvSpPr/>
          <p:nvPr/>
        </p:nvSpPr>
        <p:spPr>
          <a:xfrm>
            <a:off x="713232" y="145389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Text 9"/>
          <p:cNvSpPr/>
          <p:nvPr/>
        </p:nvSpPr>
        <p:spPr>
          <a:xfrm>
            <a:off x="1078992" y="1399032"/>
            <a:ext cx="6647688" cy="85039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Esta semana llevaré a Dios en oración alguna situación difícil que estoy enfrentando y la pondré en sus manos.</a:t>
            </a:r>
            <a:endParaRPr lang="en-US" sz="1250" dirty="0"/>
          </a:p>
        </p:txBody>
      </p:sp>
      <p:sp>
        <p:nvSpPr>
          <p:cNvPr id="12" name="Text 10"/>
          <p:cNvSpPr/>
          <p:nvPr/>
        </p:nvSpPr>
        <p:spPr>
          <a:xfrm>
            <a:off x="7818120" y="1399032"/>
            <a:ext cx="914400" cy="850392"/>
          </a:xfrm>
          <a:prstGeom prst="rect">
            <a:avLst/>
          </a:prstGeom>
          <a:noFill/>
          <a:ln/>
        </p:spPr>
        <p:txBody>
          <a:bodyPr wrap="square" rtlCol="0" anchor="ctr"/>
          <a:lstStyle/>
          <a:p>
            <a:pPr algn="r" indent="0" marL="0">
              <a:buNone/>
            </a:pPr>
            <a:r>
              <a:rPr lang="en-US" sz="1150" b="1" dirty="0">
                <a:solidFill>
                  <a:srgbClr val="C85A00"/>
                </a:solidFill>
                <a:latin typeface="Calibri" pitchFamily="34" charset="0"/>
                <a:ea typeface="Calibri" pitchFamily="34" charset="-122"/>
                <a:cs typeface="Calibri" pitchFamily="34" charset="-120"/>
              </a:rPr>
              <a:t>☐ Sí  ☐ No</a:t>
            </a:r>
            <a:endParaRPr lang="en-US" sz="1150" dirty="0"/>
          </a:p>
        </p:txBody>
      </p:sp>
      <p:sp>
        <p:nvSpPr>
          <p:cNvPr id="13" name="Shape 11"/>
          <p:cNvSpPr/>
          <p:nvPr/>
        </p:nvSpPr>
        <p:spPr>
          <a:xfrm>
            <a:off x="566928" y="2377440"/>
            <a:ext cx="8229600" cy="996696"/>
          </a:xfrm>
          <a:prstGeom prst="rect">
            <a:avLst/>
          </a:prstGeom>
          <a:solidFill>
            <a:srgbClr val="FFF0E5">
              <a:alpha val="92000"/>
            </a:srgbClr>
          </a:solidFill>
          <a:ln w="12700">
            <a:solidFill>
              <a:srgbClr val="C85A00">
                <a:alpha val="60000"/>
              </a:srgbClr>
            </a:solidFill>
            <a:prstDash val="solid"/>
          </a:ln>
        </p:spPr>
      </p:sp>
      <p:sp>
        <p:nvSpPr>
          <p:cNvPr id="14" name="Shape 12"/>
          <p:cNvSpPr/>
          <p:nvPr/>
        </p:nvSpPr>
        <p:spPr>
          <a:xfrm>
            <a:off x="713232" y="2505456"/>
            <a:ext cx="292608" cy="292608"/>
          </a:xfrm>
          <a:prstGeom prst="ellipse">
            <a:avLst/>
          </a:prstGeom>
          <a:solidFill>
            <a:srgbClr val="C85A00"/>
          </a:solidFill>
          <a:ln w="12700">
            <a:solidFill>
              <a:srgbClr val="C85A00"/>
            </a:solidFill>
            <a:prstDash val="solid"/>
          </a:ln>
        </p:spPr>
      </p:sp>
      <p:sp>
        <p:nvSpPr>
          <p:cNvPr id="15" name="Text 13"/>
          <p:cNvSpPr/>
          <p:nvPr/>
        </p:nvSpPr>
        <p:spPr>
          <a:xfrm>
            <a:off x="713232" y="250545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6" name="Text 14"/>
          <p:cNvSpPr/>
          <p:nvPr/>
        </p:nvSpPr>
        <p:spPr>
          <a:xfrm>
            <a:off x="1078992" y="2450592"/>
            <a:ext cx="6647688" cy="85039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Leeré Job 19:23-27 cada día esta semana y declararé con Job: 'Yo sé que mi Redentor vive'.</a:t>
            </a:r>
            <a:endParaRPr lang="en-US" sz="1250" dirty="0"/>
          </a:p>
        </p:txBody>
      </p:sp>
      <p:sp>
        <p:nvSpPr>
          <p:cNvPr id="17" name="Text 15"/>
          <p:cNvSpPr/>
          <p:nvPr/>
        </p:nvSpPr>
        <p:spPr>
          <a:xfrm>
            <a:off x="7818120" y="2450592"/>
            <a:ext cx="914400" cy="850392"/>
          </a:xfrm>
          <a:prstGeom prst="rect">
            <a:avLst/>
          </a:prstGeom>
          <a:noFill/>
          <a:ln/>
        </p:spPr>
        <p:txBody>
          <a:bodyPr wrap="square" rtlCol="0" anchor="ctr"/>
          <a:lstStyle/>
          <a:p>
            <a:pPr algn="r" indent="0" marL="0">
              <a:buNone/>
            </a:pPr>
            <a:r>
              <a:rPr lang="en-US" sz="1150" b="1" dirty="0">
                <a:solidFill>
                  <a:srgbClr val="C85A00"/>
                </a:solidFill>
                <a:latin typeface="Calibri" pitchFamily="34" charset="0"/>
                <a:ea typeface="Calibri" pitchFamily="34" charset="-122"/>
                <a:cs typeface="Calibri" pitchFamily="34" charset="-120"/>
              </a:rPr>
              <a:t>☐ Sí  ☐ No</a:t>
            </a:r>
            <a:endParaRPr lang="en-US" sz="1150" dirty="0"/>
          </a:p>
        </p:txBody>
      </p:sp>
      <p:sp>
        <p:nvSpPr>
          <p:cNvPr id="18" name="Shape 16"/>
          <p:cNvSpPr/>
          <p:nvPr/>
        </p:nvSpPr>
        <p:spPr>
          <a:xfrm>
            <a:off x="566928" y="3429000"/>
            <a:ext cx="8229600" cy="996696"/>
          </a:xfrm>
          <a:prstGeom prst="rect">
            <a:avLst/>
          </a:prstGeom>
          <a:solidFill>
            <a:srgbClr val="FFFFFF">
              <a:alpha val="92000"/>
            </a:srgbClr>
          </a:solidFill>
          <a:ln w="12700">
            <a:solidFill>
              <a:srgbClr val="C85A00">
                <a:alpha val="60000"/>
              </a:srgbClr>
            </a:solidFill>
            <a:prstDash val="solid"/>
          </a:ln>
        </p:spPr>
      </p:sp>
      <p:sp>
        <p:nvSpPr>
          <p:cNvPr id="19" name="Shape 17"/>
          <p:cNvSpPr/>
          <p:nvPr/>
        </p:nvSpPr>
        <p:spPr>
          <a:xfrm>
            <a:off x="713232" y="3557016"/>
            <a:ext cx="292608" cy="292608"/>
          </a:xfrm>
          <a:prstGeom prst="ellipse">
            <a:avLst/>
          </a:prstGeom>
          <a:solidFill>
            <a:srgbClr val="C85A00"/>
          </a:solidFill>
          <a:ln w="12700">
            <a:solidFill>
              <a:srgbClr val="C85A00"/>
            </a:solidFill>
            <a:prstDash val="solid"/>
          </a:ln>
        </p:spPr>
      </p:sp>
      <p:sp>
        <p:nvSpPr>
          <p:cNvPr id="20" name="Text 18"/>
          <p:cNvSpPr/>
          <p:nvPr/>
        </p:nvSpPr>
        <p:spPr>
          <a:xfrm>
            <a:off x="713232" y="355701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1" name="Text 19"/>
          <p:cNvSpPr/>
          <p:nvPr/>
        </p:nvSpPr>
        <p:spPr>
          <a:xfrm>
            <a:off x="1078992" y="3502152"/>
            <a:ext cx="6647688" cy="85039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Buscaré a alguien que esté atravesando un revés y estaré presente con él de manera concreta y amorosa.</a:t>
            </a:r>
            <a:endParaRPr lang="en-US" sz="1250" dirty="0"/>
          </a:p>
        </p:txBody>
      </p:sp>
      <p:sp>
        <p:nvSpPr>
          <p:cNvPr id="22" name="Text 20"/>
          <p:cNvSpPr/>
          <p:nvPr/>
        </p:nvSpPr>
        <p:spPr>
          <a:xfrm>
            <a:off x="7818120" y="3502152"/>
            <a:ext cx="914400" cy="850392"/>
          </a:xfrm>
          <a:prstGeom prst="rect">
            <a:avLst/>
          </a:prstGeom>
          <a:noFill/>
          <a:ln/>
        </p:spPr>
        <p:txBody>
          <a:bodyPr wrap="square" rtlCol="0" anchor="ctr"/>
          <a:lstStyle/>
          <a:p>
            <a:pPr algn="r" indent="0" marL="0">
              <a:buNone/>
            </a:pPr>
            <a:r>
              <a:rPr lang="en-US" sz="1150" b="1" dirty="0">
                <a:solidFill>
                  <a:srgbClr val="C85A00"/>
                </a:solidFill>
                <a:latin typeface="Calibri" pitchFamily="34" charset="0"/>
                <a:ea typeface="Calibri" pitchFamily="34" charset="-122"/>
                <a:cs typeface="Calibri" pitchFamily="34" charset="-120"/>
              </a:rPr>
              <a:t>☐ Sí  ☐ No</a:t>
            </a:r>
            <a:endParaRPr lang="en-US" sz="1150" dirty="0"/>
          </a:p>
        </p:txBody>
      </p:sp>
      <p:sp>
        <p:nvSpPr>
          <p:cNvPr id="23" name="Shape 21"/>
          <p:cNvSpPr/>
          <p:nvPr/>
        </p:nvSpPr>
        <p:spPr>
          <a:xfrm>
            <a:off x="0" y="4800600"/>
            <a:ext cx="9144000" cy="342900"/>
          </a:xfrm>
          <a:prstGeom prst="rect">
            <a:avLst/>
          </a:prstGeom>
          <a:solidFill>
            <a:srgbClr val="4A1B8A"/>
          </a:solidFill>
          <a:ln w="12700">
            <a:solidFill>
              <a:srgbClr val="4A1B8A"/>
            </a:solidFill>
            <a:prstDash val="solid"/>
          </a:ln>
        </p:spPr>
      </p:sp>
      <p:sp>
        <p:nvSpPr>
          <p:cNvPr id="24" name="Text 22"/>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4A1B8A"/>
        </a:solidFill>
      </p:bgPr>
    </p:bg>
    <p:spTree>
      <p:nvGrpSpPr>
        <p:cNvPr id="1" name=""/>
        <p:cNvGrpSpPr/>
        <p:nvPr/>
      </p:nvGrpSpPr>
      <p:grpSpPr>
        <a:xfrm>
          <a:off x="0" y="0"/>
          <a:ext cx="0" cy="0"/>
          <a:chOff x="0" y="0"/>
          <a:chExt cx="0" cy="0"/>
        </a:xfrm>
      </p:grpSpPr>
      <p:sp>
        <p:nvSpPr>
          <p:cNvPr id="2" name="Shape 0"/>
          <p:cNvSpPr/>
          <p:nvPr/>
        </p:nvSpPr>
        <p:spPr>
          <a:xfrm>
            <a:off x="7178040" y="0"/>
            <a:ext cx="2011680" cy="1828800"/>
          </a:xfrm>
          <a:prstGeom prst="rect">
            <a:avLst/>
          </a:prstGeom>
          <a:solidFill>
            <a:srgbClr val="C85A00">
              <a:alpha val="40000"/>
            </a:srgbClr>
          </a:solidFill>
          <a:ln w="12700">
            <a:solidFill>
              <a:srgbClr val="C85A00">
                <a:alpha val="40000"/>
              </a:srgbClr>
            </a:solidFill>
            <a:prstDash val="solid"/>
          </a:ln>
        </p:spPr>
      </p:sp>
      <p:sp>
        <p:nvSpPr>
          <p:cNvPr id="3" name="Shape 1"/>
          <p:cNvSpPr/>
          <p:nvPr/>
        </p:nvSpPr>
        <p:spPr>
          <a:xfrm>
            <a:off x="7818120" y="1691640"/>
            <a:ext cx="1371600" cy="1371600"/>
          </a:xfrm>
          <a:prstGeom prst="rect">
            <a:avLst/>
          </a:prstGeom>
          <a:solidFill>
            <a:srgbClr val="C85A00">
              <a:alpha val="25000"/>
            </a:srgbClr>
          </a:solidFill>
          <a:ln w="12700">
            <a:solidFill>
              <a:srgbClr val="C85A00">
                <a:alpha val="25000"/>
              </a:srgbClr>
            </a:solidFill>
            <a:prstDash val="solid"/>
          </a:ln>
        </p:spPr>
      </p:sp>
      <p:sp>
        <p:nvSpPr>
          <p:cNvPr id="4" name="Shape 2"/>
          <p:cNvSpPr/>
          <p:nvPr/>
        </p:nvSpPr>
        <p:spPr>
          <a:xfrm>
            <a:off x="-45720" y="3520440"/>
            <a:ext cx="1920240" cy="1783080"/>
          </a:xfrm>
          <a:prstGeom prst="rect">
            <a:avLst/>
          </a:prstGeom>
          <a:solidFill>
            <a:srgbClr val="C85A00">
              <a:alpha val="30000"/>
            </a:srgbClr>
          </a:solidFill>
          <a:ln w="12700">
            <a:solidFill>
              <a:srgbClr val="C85A00">
                <a:alpha val="30000"/>
              </a:srgbClr>
            </a:solidFill>
            <a:prstDash val="solid"/>
          </a:ln>
        </p:spPr>
      </p:sp>
      <p:sp>
        <p:nvSpPr>
          <p:cNvPr id="5" name="Shape 3"/>
          <p:cNvSpPr/>
          <p:nvPr/>
        </p:nvSpPr>
        <p:spPr>
          <a:xfrm>
            <a:off x="438912" y="1005840"/>
            <a:ext cx="118872" cy="2423160"/>
          </a:xfrm>
          <a:prstGeom prst="rect">
            <a:avLst/>
          </a:prstGeom>
          <a:solidFill>
            <a:srgbClr val="C85A00"/>
          </a:solidFill>
          <a:ln w="12700">
            <a:solidFill>
              <a:srgbClr val="C85A00"/>
            </a:solidFill>
            <a:prstDash val="solid"/>
          </a:ln>
        </p:spPr>
      </p:sp>
      <p:sp>
        <p:nvSpPr>
          <p:cNvPr id="6" name="Text 4"/>
          <p:cNvSpPr/>
          <p:nvPr/>
        </p:nvSpPr>
        <p:spPr>
          <a:xfrm>
            <a:off x="658368" y="822960"/>
            <a:ext cx="7772400" cy="1463040"/>
          </a:xfrm>
          <a:prstGeom prst="rect">
            <a:avLst/>
          </a:prstGeom>
          <a:noFill/>
          <a:ln/>
        </p:spPr>
        <p:txBody>
          <a:bodyPr wrap="square" rtlCol="0" anchor="ctr"/>
          <a:lstStyle/>
          <a:p>
            <a:pPr indent="0" marL="0">
              <a:buNone/>
            </a:pPr>
            <a:r>
              <a:rPr lang="en-US" sz="7200" b="1" dirty="0">
                <a:solidFill>
                  <a:srgbClr val="FFFFFF"/>
                </a:solidFill>
                <a:latin typeface="Calibri" pitchFamily="34" charset="0"/>
                <a:ea typeface="Calibri" pitchFamily="34" charset="-122"/>
                <a:cs typeface="Calibri" pitchFamily="34" charset="-120"/>
              </a:rPr>
              <a:t>Gracias</a:t>
            </a:r>
            <a:endParaRPr lang="en-US" sz="7200" dirty="0"/>
          </a:p>
        </p:txBody>
      </p:sp>
      <p:sp>
        <p:nvSpPr>
          <p:cNvPr id="7" name="Text 5"/>
          <p:cNvSpPr/>
          <p:nvPr/>
        </p:nvSpPr>
        <p:spPr>
          <a:xfrm>
            <a:off x="658368" y="2423160"/>
            <a:ext cx="7772400" cy="594360"/>
          </a:xfrm>
          <a:prstGeom prst="rect">
            <a:avLst/>
          </a:prstGeom>
          <a:noFill/>
          <a:ln/>
        </p:spPr>
        <p:txBody>
          <a:bodyPr wrap="square" rtlCol="0" anchor="ctr"/>
          <a:lstStyle/>
          <a:p>
            <a:pPr indent="0" marL="0">
              <a:buNone/>
            </a:pPr>
            <a:r>
              <a:rPr lang="en-US" sz="2200" b="1" dirty="0">
                <a:solidFill>
                  <a:srgbClr val="C85A00"/>
                </a:solidFill>
                <a:latin typeface="Calibri" pitchFamily="34" charset="0"/>
                <a:ea typeface="Calibri" pitchFamily="34" charset="-122"/>
                <a:cs typeface="Calibri" pitchFamily="34" charset="-120"/>
              </a:rPr>
              <a:t>Dr. Tito Goicochea M.</a:t>
            </a:r>
            <a:endParaRPr lang="en-US" sz="2200" dirty="0"/>
          </a:p>
        </p:txBody>
      </p:sp>
      <p:sp>
        <p:nvSpPr>
          <p:cNvPr id="8" name="Text 6"/>
          <p:cNvSpPr/>
          <p:nvPr/>
        </p:nvSpPr>
        <p:spPr>
          <a:xfrm>
            <a:off x="658368" y="3063240"/>
            <a:ext cx="7772400" cy="438912"/>
          </a:xfrm>
          <a:prstGeom prst="rect">
            <a:avLst/>
          </a:prstGeom>
          <a:noFill/>
          <a:ln/>
        </p:spPr>
        <p:txBody>
          <a:bodyPr wrap="square" rtlCol="0" anchor="ctr"/>
          <a:lstStyle/>
          <a:p>
            <a:pPr indent="0" marL="0">
              <a:buNone/>
            </a:pPr>
            <a:r>
              <a:rPr lang="en-US" sz="1600" i="1" dirty="0">
                <a:solidFill>
                  <a:srgbClr val="D0E4F5"/>
                </a:solidFill>
                <a:latin typeface="Calibri" pitchFamily="34" charset="0"/>
                <a:ea typeface="Calibri" pitchFamily="34" charset="-122"/>
                <a:cs typeface="Calibri" pitchFamily="34" charset="-120"/>
              </a:rPr>
              <a:t>NEED - DSA</a:t>
            </a:r>
            <a:endParaRPr lang="en-US" sz="1600" dirty="0"/>
          </a:p>
        </p:txBody>
      </p:sp>
      <p:sp>
        <p:nvSpPr>
          <p:cNvPr id="9" name="Shape 7"/>
          <p:cNvSpPr/>
          <p:nvPr/>
        </p:nvSpPr>
        <p:spPr>
          <a:xfrm>
            <a:off x="0" y="4800600"/>
            <a:ext cx="9144000" cy="342900"/>
          </a:xfrm>
          <a:prstGeom prst="rect">
            <a:avLst/>
          </a:prstGeom>
          <a:solidFill>
            <a:srgbClr val="4A1B8A"/>
          </a:solidFill>
          <a:ln w="12700">
            <a:solidFill>
              <a:srgbClr val="4A1B8A"/>
            </a:solidFill>
            <a:prstDash val="solid"/>
          </a:ln>
        </p:spPr>
      </p:sp>
      <p:sp>
        <p:nvSpPr>
          <p:cNvPr id="10" name="Text 8"/>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Lección 11 · REVESES</dc:title>
  <dc:subject>PptxGenJS Presentation</dc:subject>
  <dc:creator>Dr. Tito Goicochea M.</dc:creator>
  <cp:lastModifiedBy>Dr. Tito Goicochea M.</cp:lastModifiedBy>
  <cp:revision>1</cp:revision>
  <dcterms:created xsi:type="dcterms:W3CDTF">2026-03-15T16:06:19Z</dcterms:created>
  <dcterms:modified xsi:type="dcterms:W3CDTF">2026-03-15T16:06:19Z</dcterms:modified>
</cp:coreProperties>
</file>