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B8860B">
              <a:alpha val="70000"/>
            </a:srgbClr>
          </a:solidFill>
          <a:ln w="12700">
            <a:solidFill>
              <a:srgbClr val="B8860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B8860B">
              <a:alpha val="45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B8860B">
              <a:alpha val="45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PRINCIPALES DE LA LECCIÓN DE ESCUELA SABÁTICA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ORGULLO VERSUS HUMILDAD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Sábado 18 de abril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860B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que se enaltece será humillado; y el que se humilla será enaltecido."  —  Lucas 14:11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Reflexiona antes de comenzar: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8E1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manera concreta el orgullo daña tu relación con Dios y cómo te transforma contemplar la humildad de Cristo?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¿Cuándo fue la última vez que reconociste haber actuado con orgullo? ¿Qué fue lo más difícil de admitirlo?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¿Por qué crees que la humildad es tan valorada en el Cielo pero tan poco apreciada en nuestra cultura actual?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orgullo: raíz y consecuencias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orgullo comenzó con Lucifer y sigue siendo el mayor obstáculo para nuestra relación con Dios. Nos hace amar el mundo y vernos mejores que los demás, alejándonos de la gracia.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Juan 2:15-17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Juan 2:15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ames al mundo: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amamos el mundo y sus valores, el amor del Padre no está en nosotros. El orgullo nos hace buscar gloria, comodidad y reconocimiento humano por encima de Dios.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Juan 2:16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triple raíz del orgullo: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deseos de la carne, de los ojos y la vanagloria de la vida no provienen del Padre. Estas fuerzas alimentan el orgullo que nos separa de Dios y de los demás.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Juan 2:17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eterno versus lo temporal: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mundo y sus deseos pasan, pero quien hace la voluntad de Dios permanece para siempre. El orgullo invierte esta prioridad eligiendo lo perecedero sobre lo eterno.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humildad que Dios ve y enaltece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ilustró con el fariseo y el publicano que Dios no valora la autojusticia sino el corazón contrito. Moisés es ejemplo de cómo la humildad abre el canal de la gracia divina.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18:9-14; Hebreos 11:24-26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18:9-12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orgullo disfrazado de piedad: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fariseo confiaba en su propia justicia y despreciaba a los demás. Su oración era en realidad un monólogo de autoelogio, no una comunión real con Dios.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18:13-14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contrito es justificado: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publicano, consciente de su pecado, clamó misericordia. Jesús declara que este fue justificado, porque el que se humilla será enaltecido por Dios.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11:24-26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elige el camino de la humildad: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renunció a la gloria de Egipto para identificarse con el pueblo de Dios. Tuvo en más las riquezas del oprobio de Cristo que los tesoros del mundo.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Cristo: el modelo supremo de humildad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Filipenses 2, Pablo presenta la humildad de Cristo como el estándar definitivo. Jesús, siendo Dios, se humilló hasta la muerte de cruz. Ese ejemplo transforma nuestra manera de vivir.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Filipenses 2:3-8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Fil. 2:3-4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por rivalidad ni vanidad: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llama a no hacer nada por egoísmo sino a estimar a los demás como superiores a uno mismo y a mirar los intereses ajenos. Esta actitud es contraria al orgullo natural.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Fil. 2:5-6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mente de Cristo: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Jesús, siendo en forma de Dios, no consideró el ser igual a Dios como cosa a que aferrarse. Tenía todo el derecho de la gloria pero eligió el camino del servicio.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Fil. 2:7-8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gloria a la cruz: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 se despojó a sí mismo tomando forma de siervo. Se humilló obedeciendo hasta la muerte de cruz. Este es el mayor acto de humildad en toda la historia del universo.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Reflexión personal: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6B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"Mientras más nos acerquemos a Jesús, y más claramente discernamos la pureza de su carácter, más claramente discerniremos la excesiva pecaminosidad del pecado y menos nos sentiremos inclinados a ensalzarnos a nosotros mismos."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de White, Palabras de vida del gran Maestro, p. 124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área de tu vida el orgullo o el amor al mundo compite más directamente con tu amor a Dios?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reconoces más en la actitud del fariseo o del publicano cuando te acercas a Dios en oración? ¿Qué revela eso sobre tu corazón?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transforma contemplar la humildad de Cristo tu manera de relacionarte con personas que te resultan difíciles o que te han herido?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CREA  — MI DECISIÓN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tu respuesta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identificaré una actitud de orgullo y la llevaré a Dios en oración pidiendo su gracia para cambiar.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139903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8E1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Buscaré una oportunidad concreta de servir a alguien sin esperar reconocimiento a cambio.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245059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Meditaré en Filipenses 2:5-8 cada día como modelo de la humildad de Cristo que deseo imitar.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350215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Lección 3 · ORGULLO VERSUS HUMILDAD</dc:title>
  <dc:subject>PptxGenJS Presentation</dc:subject>
  <dc:creator>Dr. Tito Goicochea M.</dc:creator>
  <cp:lastModifiedBy>Dr. Tito Goicochea M.</cp:lastModifiedBy>
  <cp:revision>1</cp:revision>
  <dcterms:created xsi:type="dcterms:W3CDTF">2026-03-15T16:06:18Z</dcterms:created>
  <dcterms:modified xsi:type="dcterms:W3CDTF">2026-03-15T16:06:18Z</dcterms:modified>
</cp:coreProperties>
</file>