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62" d="100"/>
          <a:sy n="162" d="100"/>
        </p:scale>
        <p:origin x="224"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500055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00000">
              <a:alpha val="48000"/>
            </a:srgbClr>
          </a:solidFill>
          <a:ln w="12700">
            <a:solidFill>
              <a:srgbClr val="000000"/>
            </a:solidFill>
            <a:prstDash val="solid"/>
          </a:ln>
        </p:spPr>
        <p:txBody>
          <a:bodyPr/>
          <a:lstStyle/>
          <a:p>
            <a:endParaRPr lang="es-ES"/>
          </a:p>
        </p:txBody>
      </p:sp>
      <p:sp>
        <p:nvSpPr>
          <p:cNvPr id="4" name="Shape 1"/>
          <p:cNvSpPr/>
          <p:nvPr/>
        </p:nvSpPr>
        <p:spPr>
          <a:xfrm>
            <a:off x="0" y="0"/>
            <a:ext cx="91440" cy="5143500"/>
          </a:xfrm>
          <a:prstGeom prst="rect">
            <a:avLst/>
          </a:prstGeom>
          <a:solidFill>
            <a:srgbClr val="00C896"/>
          </a:solidFill>
          <a:ln w="12700">
            <a:solidFill>
              <a:srgbClr val="00C896"/>
            </a:solidFill>
            <a:prstDash val="solid"/>
          </a:ln>
        </p:spPr>
        <p:txBody>
          <a:bodyPr/>
          <a:lstStyle/>
          <a:p>
            <a:endParaRPr lang="es-ES"/>
          </a:p>
        </p:txBody>
      </p:sp>
      <p:sp>
        <p:nvSpPr>
          <p:cNvPr id="5" name="Text 2"/>
          <p:cNvSpPr/>
          <p:nvPr/>
        </p:nvSpPr>
        <p:spPr>
          <a:xfrm>
            <a:off x="201168" y="292608"/>
            <a:ext cx="3657600" cy="457200"/>
          </a:xfrm>
          <a:prstGeom prst="rect">
            <a:avLst/>
          </a:prstGeom>
          <a:noFill/>
          <a:ln/>
        </p:spPr>
        <p:txBody>
          <a:bodyPr wrap="square" lIns="0" tIns="0" rIns="0" bIns="0" rtlCol="0" anchor="ctr"/>
          <a:lstStyle/>
          <a:p>
            <a:pPr marL="0" indent="0">
              <a:buNone/>
            </a:pPr>
            <a:r>
              <a:rPr lang="en-US" sz="1400" kern="0" spc="800" dirty="0">
                <a:solidFill>
                  <a:srgbClr val="00C896"/>
                </a:solidFill>
                <a:latin typeface="Trebuchet MS" pitchFamily="34" charset="0"/>
                <a:ea typeface="Trebuchet MS" pitchFamily="34" charset="-122"/>
                <a:cs typeface="Trebuchet MS" pitchFamily="34" charset="-120"/>
              </a:rPr>
              <a:t>LECCIÓN JOVEN 5</a:t>
            </a:r>
            <a:endParaRPr lang="en-US" sz="1400" dirty="0"/>
          </a:p>
        </p:txBody>
      </p:sp>
      <p:sp>
        <p:nvSpPr>
          <p:cNvPr id="6" name="Text 3"/>
          <p:cNvSpPr/>
          <p:nvPr/>
        </p:nvSpPr>
        <p:spPr>
          <a:xfrm>
            <a:off x="182880" y="786384"/>
            <a:ext cx="6217920" cy="2286000"/>
          </a:xfrm>
          <a:prstGeom prst="rect">
            <a:avLst/>
          </a:prstGeom>
          <a:noFill/>
          <a:ln/>
        </p:spPr>
        <p:txBody>
          <a:bodyPr wrap="square" rtlCol="0" anchor="ctr"/>
          <a:lstStyle/>
          <a:p>
            <a:pPr marL="0" indent="0" algn="l">
              <a:buNone/>
            </a:pPr>
            <a:r>
              <a:rPr lang="en-US" sz="5800" b="1" dirty="0">
                <a:solidFill>
                  <a:srgbClr val="FFFFFF"/>
                </a:solidFill>
                <a:latin typeface="Arial Black" pitchFamily="34" charset="0"/>
                <a:ea typeface="Arial Black" pitchFamily="34" charset="-122"/>
                <a:cs typeface="Arial Black" pitchFamily="34" charset="-120"/>
              </a:rPr>
              <a:t>CÓMO ESTUDIAR LA BIBLIA</a:t>
            </a:r>
            <a:endParaRPr lang="en-US" sz="5800" dirty="0"/>
          </a:p>
        </p:txBody>
      </p:sp>
      <p:sp>
        <p:nvSpPr>
          <p:cNvPr id="7" name="Shape 4"/>
          <p:cNvSpPr/>
          <p:nvPr/>
        </p:nvSpPr>
        <p:spPr>
          <a:xfrm>
            <a:off x="182880" y="3218688"/>
            <a:ext cx="2926080" cy="475488"/>
          </a:xfrm>
          <a:prstGeom prst="rect">
            <a:avLst/>
          </a:prstGeom>
          <a:solidFill>
            <a:srgbClr val="00C896"/>
          </a:solidFill>
          <a:ln w="12700">
            <a:solidFill>
              <a:srgbClr val="00C896"/>
            </a:solidFill>
            <a:prstDash val="solid"/>
          </a:ln>
        </p:spPr>
        <p:txBody>
          <a:bodyPr/>
          <a:lstStyle/>
          <a:p>
            <a:endParaRPr lang="es-ES"/>
          </a:p>
        </p:txBody>
      </p:sp>
      <p:sp>
        <p:nvSpPr>
          <p:cNvPr id="8" name="Text 5"/>
          <p:cNvSpPr/>
          <p:nvPr/>
        </p:nvSpPr>
        <p:spPr>
          <a:xfrm>
            <a:off x="182880" y="3218688"/>
            <a:ext cx="2926080" cy="475488"/>
          </a:xfrm>
          <a:prstGeom prst="rect">
            <a:avLst/>
          </a:prstGeom>
          <a:noFill/>
          <a:ln/>
        </p:spPr>
        <p:txBody>
          <a:bodyPr wrap="square" lIns="0" tIns="0" rIns="0" bIns="0" rtlCol="0" anchor="ctr"/>
          <a:lstStyle/>
          <a:p>
            <a:pPr marL="0" indent="0" algn="ctr">
              <a:buNone/>
            </a:pPr>
            <a:r>
              <a:rPr lang="en-US" sz="1500" b="1" dirty="0">
                <a:solidFill>
                  <a:srgbClr val="000000"/>
                </a:solidFill>
                <a:latin typeface="Trebuchet MS" pitchFamily="34" charset="0"/>
                <a:ea typeface="Trebuchet MS" pitchFamily="34" charset="-122"/>
                <a:cs typeface="Trebuchet MS" pitchFamily="34" charset="-120"/>
              </a:rPr>
              <a:t>Salmo 119:97-112</a:t>
            </a:r>
            <a:endParaRPr lang="en-US" sz="1500" dirty="0"/>
          </a:p>
        </p:txBody>
      </p:sp>
      <p:sp>
        <p:nvSpPr>
          <p:cNvPr id="9" name="Text 6"/>
          <p:cNvSpPr/>
          <p:nvPr/>
        </p:nvSpPr>
        <p:spPr>
          <a:xfrm>
            <a:off x="182880" y="3822192"/>
            <a:ext cx="5486400" cy="274320"/>
          </a:xfrm>
          <a:prstGeom prst="rect">
            <a:avLst/>
          </a:prstGeom>
          <a:noFill/>
          <a:ln/>
        </p:spPr>
        <p:txBody>
          <a:bodyPr wrap="square" lIns="0" tIns="0" rIns="0" bIns="0" rtlCol="0" anchor="ctr"/>
          <a:lstStyle/>
          <a:p>
            <a:pPr marL="0" indent="0">
              <a:buNone/>
            </a:pPr>
            <a:r>
              <a:rPr lang="en-US" sz="1100" i="1" dirty="0">
                <a:solidFill>
                  <a:srgbClr val="AAAACC"/>
                </a:solidFill>
                <a:latin typeface="Calibri" pitchFamily="34" charset="0"/>
                <a:ea typeface="Calibri" pitchFamily="34" charset="-122"/>
                <a:cs typeface="Calibri" pitchFamily="34" charset="-120"/>
              </a:rPr>
              <a:t>2 de mayo de 2026  ·  II Trimestre 2026</a:t>
            </a:r>
            <a:endParaRPr lang="en-US" sz="1100" dirty="0"/>
          </a:p>
        </p:txBody>
      </p:sp>
      <p:sp>
        <p:nvSpPr>
          <p:cNvPr id="10" name="Text 7"/>
          <p:cNvSpPr/>
          <p:nvPr/>
        </p:nvSpPr>
        <p:spPr>
          <a:xfrm>
            <a:off x="0" y="4960620"/>
            <a:ext cx="9144000" cy="164592"/>
          </a:xfrm>
          <a:prstGeom prst="rect">
            <a:avLst/>
          </a:prstGeom>
          <a:noFill/>
          <a:ln/>
        </p:spPr>
        <p:txBody>
          <a:bodyPr wrap="square" lIns="0" tIns="0" rIns="0" bIns="0" rtlCol="0" anchor="ctr"/>
          <a:lstStyle/>
          <a:p>
            <a:pPr marL="0" indent="0" algn="ctr">
              <a:buNone/>
            </a:pPr>
            <a:r>
              <a:rPr lang="en-US" sz="700" i="1" dirty="0">
                <a:solidFill>
                  <a:srgbClr val="777799"/>
                </a:solidFill>
                <a:latin typeface="Calibri" pitchFamily="34" charset="0"/>
                <a:ea typeface="Calibri" pitchFamily="34" charset="-122"/>
                <a:cs typeface="Calibri" pitchFamily="34" charset="-120"/>
              </a:rPr>
              <a:t>Dr. Tito Goicochea M.  ·  NEED - DSA  ·  II Trimestre 2026</a:t>
            </a:r>
            <a:endParaRPr lang="en-US" sz="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00000">
              <a:alpha val="45000"/>
            </a:srgbClr>
          </a:solidFill>
          <a:ln w="12700">
            <a:solidFill>
              <a:srgbClr val="000000"/>
            </a:solidFill>
            <a:prstDash val="solid"/>
          </a:ln>
        </p:spPr>
        <p:txBody>
          <a:bodyPr/>
          <a:lstStyle/>
          <a:p>
            <a:endParaRPr lang="es-ES"/>
          </a:p>
        </p:txBody>
      </p:sp>
      <p:sp>
        <p:nvSpPr>
          <p:cNvPr id="4" name="Shape 1"/>
          <p:cNvSpPr/>
          <p:nvPr/>
        </p:nvSpPr>
        <p:spPr>
          <a:xfrm>
            <a:off x="0" y="0"/>
            <a:ext cx="54864" cy="676656"/>
          </a:xfrm>
          <a:prstGeom prst="rect">
            <a:avLst/>
          </a:prstGeom>
          <a:solidFill>
            <a:srgbClr val="C45000"/>
          </a:solidFill>
          <a:ln w="12700">
            <a:solidFill>
              <a:srgbClr val="C45000"/>
            </a:solidFill>
            <a:prstDash val="solid"/>
          </a:ln>
        </p:spPr>
        <p:txBody>
          <a:bodyPr/>
          <a:lstStyle/>
          <a:p>
            <a:endParaRPr lang="es-ES"/>
          </a:p>
        </p:txBody>
      </p:sp>
      <p:sp>
        <p:nvSpPr>
          <p:cNvPr id="5" name="Shape 2"/>
          <p:cNvSpPr/>
          <p:nvPr/>
        </p:nvSpPr>
        <p:spPr>
          <a:xfrm>
            <a:off x="128016" y="18288"/>
            <a:ext cx="9144000" cy="640080"/>
          </a:xfrm>
          <a:prstGeom prst="rect">
            <a:avLst/>
          </a:prstGeom>
          <a:solidFill>
            <a:srgbClr val="000000">
              <a:alpha val="65000"/>
            </a:srgbClr>
          </a:solidFill>
          <a:ln w="12700">
            <a:solidFill>
              <a:srgbClr val="000000"/>
            </a:solidFill>
            <a:prstDash val="solid"/>
          </a:ln>
        </p:spPr>
        <p:txBody>
          <a:bodyPr/>
          <a:lstStyle/>
          <a:p>
            <a:endParaRPr lang="es-ES"/>
          </a:p>
        </p:txBody>
      </p:sp>
      <p:sp>
        <p:nvSpPr>
          <p:cNvPr id="6" name="Shape 3"/>
          <p:cNvSpPr/>
          <p:nvPr/>
        </p:nvSpPr>
        <p:spPr>
          <a:xfrm>
            <a:off x="182880" y="64008"/>
            <a:ext cx="566928" cy="548640"/>
          </a:xfrm>
          <a:prstGeom prst="rect">
            <a:avLst/>
          </a:prstGeom>
          <a:solidFill>
            <a:srgbClr val="C45000"/>
          </a:solidFill>
          <a:ln w="12700">
            <a:solidFill>
              <a:srgbClr val="C45000"/>
            </a:solidFill>
            <a:prstDash val="solid"/>
          </a:ln>
        </p:spPr>
        <p:txBody>
          <a:bodyPr/>
          <a:lstStyle/>
          <a:p>
            <a:endParaRPr lang="es-ES"/>
          </a:p>
        </p:txBody>
      </p:sp>
      <p:sp>
        <p:nvSpPr>
          <p:cNvPr id="7" name="Text 4"/>
          <p:cNvSpPr/>
          <p:nvPr/>
        </p:nvSpPr>
        <p:spPr>
          <a:xfrm>
            <a:off x="182880" y="64008"/>
            <a:ext cx="566928"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Black" pitchFamily="34" charset="0"/>
                <a:ea typeface="Arial Black" pitchFamily="34" charset="-122"/>
                <a:cs typeface="Arial Black" pitchFamily="34" charset="-120"/>
              </a:rPr>
              <a:t>1</a:t>
            </a:r>
            <a:endParaRPr lang="en-US" sz="2200" dirty="0"/>
          </a:p>
        </p:txBody>
      </p:sp>
      <p:sp>
        <p:nvSpPr>
          <p:cNvPr id="8" name="Text 5"/>
          <p:cNvSpPr/>
          <p:nvPr/>
        </p:nvSpPr>
        <p:spPr>
          <a:xfrm>
            <a:off x="877824" y="118872"/>
            <a:ext cx="8138160" cy="438912"/>
          </a:xfrm>
          <a:prstGeom prst="rect">
            <a:avLst/>
          </a:prstGeom>
          <a:noFill/>
          <a:ln/>
        </p:spPr>
        <p:txBody>
          <a:bodyPr wrap="square" lIns="0" tIns="0" rIns="0" bIns="0" rtlCol="0" anchor="ctr"/>
          <a:lstStyle/>
          <a:p>
            <a:pPr marL="0" indent="0" algn="l">
              <a:buNone/>
            </a:pPr>
            <a:r>
              <a:rPr lang="en-US" sz="1600" b="1" dirty="0">
                <a:solidFill>
                  <a:srgbClr val="FFD4A0"/>
                </a:solidFill>
                <a:latin typeface="Trebuchet MS" pitchFamily="34" charset="0"/>
                <a:ea typeface="Trebuchet MS" pitchFamily="34" charset="-122"/>
                <a:cs typeface="Trebuchet MS" pitchFamily="34" charset="-120"/>
              </a:rPr>
              <a:t>FASE 1  ·  MOTIVA  (INICIA)  —  ¿Por qué es importante este estudio para mi vida?</a:t>
            </a:r>
            <a:endParaRPr lang="en-US" sz="1600" dirty="0"/>
          </a:p>
        </p:txBody>
      </p:sp>
      <p:sp>
        <p:nvSpPr>
          <p:cNvPr id="9" name="Shape 6"/>
          <p:cNvSpPr/>
          <p:nvPr/>
        </p:nvSpPr>
        <p:spPr>
          <a:xfrm>
            <a:off x="182880" y="749808"/>
            <a:ext cx="8778240" cy="475488"/>
          </a:xfrm>
          <a:prstGeom prst="rect">
            <a:avLst/>
          </a:prstGeom>
          <a:solidFill>
            <a:srgbClr val="000000">
              <a:alpha val="60000"/>
            </a:srgbClr>
          </a:solidFill>
          <a:ln w="19050">
            <a:solidFill>
              <a:srgbClr val="00C896"/>
            </a:solidFill>
            <a:prstDash val="solid"/>
          </a:ln>
        </p:spPr>
        <p:txBody>
          <a:bodyPr/>
          <a:lstStyle/>
          <a:p>
            <a:endParaRPr lang="es-ES"/>
          </a:p>
        </p:txBody>
      </p:sp>
      <p:sp>
        <p:nvSpPr>
          <p:cNvPr id="10" name="Text 7"/>
          <p:cNvSpPr/>
          <p:nvPr/>
        </p:nvSpPr>
        <p:spPr>
          <a:xfrm>
            <a:off x="329184" y="749808"/>
            <a:ext cx="2560320" cy="475488"/>
          </a:xfrm>
          <a:prstGeom prst="rect">
            <a:avLst/>
          </a:prstGeom>
          <a:noFill/>
          <a:ln/>
        </p:spPr>
        <p:txBody>
          <a:bodyPr wrap="square" lIns="0" tIns="0" rIns="0" bIns="0" rtlCol="0" anchor="ctr"/>
          <a:lstStyle/>
          <a:p>
            <a:pPr marL="0" indent="0" algn="l">
              <a:buNone/>
            </a:pPr>
            <a:r>
              <a:rPr lang="en-US" sz="1000" i="1" dirty="0">
                <a:solidFill>
                  <a:srgbClr val="60E8BC"/>
                </a:solidFill>
                <a:latin typeface="Calibri" pitchFamily="34" charset="0"/>
                <a:ea typeface="Calibri" pitchFamily="34" charset="-122"/>
                <a:cs typeface="Calibri" pitchFamily="34" charset="-120"/>
              </a:rPr>
              <a:t>Texto principal de la semana</a:t>
            </a:r>
            <a:endParaRPr lang="en-US" sz="1000" dirty="0"/>
          </a:p>
        </p:txBody>
      </p:sp>
      <p:sp>
        <p:nvSpPr>
          <p:cNvPr id="11" name="Text 8"/>
          <p:cNvSpPr/>
          <p:nvPr/>
        </p:nvSpPr>
        <p:spPr>
          <a:xfrm>
            <a:off x="2743200" y="749808"/>
            <a:ext cx="6217920" cy="475488"/>
          </a:xfrm>
          <a:prstGeom prst="rect">
            <a:avLst/>
          </a:prstGeom>
          <a:noFill/>
          <a:ln/>
        </p:spPr>
        <p:txBody>
          <a:bodyPr wrap="square" lIns="0" tIns="0" rIns="0" bIns="0" rtlCol="0" anchor="ctr"/>
          <a:lstStyle/>
          <a:p>
            <a:pPr marL="0" indent="0" algn="l">
              <a:buNone/>
            </a:pPr>
            <a:r>
              <a:rPr lang="en-US" sz="1700" b="1" dirty="0">
                <a:solidFill>
                  <a:srgbClr val="00C896"/>
                </a:solidFill>
                <a:latin typeface="Arial Black" pitchFamily="34" charset="0"/>
                <a:ea typeface="Arial Black" pitchFamily="34" charset="-122"/>
                <a:cs typeface="Arial Black" pitchFamily="34" charset="-120"/>
              </a:rPr>
              <a:t>Salmo 119:97-112</a:t>
            </a:r>
            <a:endParaRPr lang="en-US" sz="1700" dirty="0"/>
          </a:p>
        </p:txBody>
      </p:sp>
      <p:sp>
        <p:nvSpPr>
          <p:cNvPr id="12" name="Shape 9"/>
          <p:cNvSpPr/>
          <p:nvPr/>
        </p:nvSpPr>
        <p:spPr>
          <a:xfrm>
            <a:off x="182880" y="1298448"/>
            <a:ext cx="8778240" cy="1536192"/>
          </a:xfrm>
          <a:prstGeom prst="rect">
            <a:avLst/>
          </a:prstGeom>
          <a:solidFill>
            <a:srgbClr val="000000">
              <a:alpha val="65000"/>
            </a:srgbClr>
          </a:solidFill>
          <a:ln w="12700">
            <a:solidFill>
              <a:srgbClr val="444466"/>
            </a:solidFill>
            <a:prstDash val="solid"/>
          </a:ln>
          <a:effectLst>
            <a:outerShdw blurRad="152400" dist="38100" dir="8100000" algn="bl" rotWithShape="0">
              <a:srgbClr val="000000">
                <a:alpha val="50000"/>
              </a:srgbClr>
            </a:outerShdw>
          </a:effectLst>
        </p:spPr>
        <p:txBody>
          <a:bodyPr/>
          <a:lstStyle/>
          <a:p>
            <a:endParaRPr lang="es-ES"/>
          </a:p>
        </p:txBody>
      </p:sp>
      <p:sp>
        <p:nvSpPr>
          <p:cNvPr id="13" name="Shape 10"/>
          <p:cNvSpPr/>
          <p:nvPr/>
        </p:nvSpPr>
        <p:spPr>
          <a:xfrm>
            <a:off x="182880" y="1298448"/>
            <a:ext cx="54864" cy="1536192"/>
          </a:xfrm>
          <a:prstGeom prst="rect">
            <a:avLst/>
          </a:prstGeom>
          <a:solidFill>
            <a:srgbClr val="5566AA"/>
          </a:solidFill>
          <a:ln w="12700">
            <a:solidFill>
              <a:srgbClr val="5566AA"/>
            </a:solidFill>
            <a:prstDash val="solid"/>
          </a:ln>
        </p:spPr>
        <p:txBody>
          <a:bodyPr/>
          <a:lstStyle/>
          <a:p>
            <a:endParaRPr lang="es-ES"/>
          </a:p>
        </p:txBody>
      </p:sp>
      <p:sp>
        <p:nvSpPr>
          <p:cNvPr id="14" name="Text 11"/>
          <p:cNvSpPr/>
          <p:nvPr/>
        </p:nvSpPr>
        <p:spPr>
          <a:xfrm>
            <a:off x="310896" y="1344168"/>
            <a:ext cx="1828800" cy="256032"/>
          </a:xfrm>
          <a:prstGeom prst="rect">
            <a:avLst/>
          </a:prstGeom>
          <a:noFill/>
          <a:ln/>
        </p:spPr>
        <p:txBody>
          <a:bodyPr wrap="square" lIns="0" tIns="0" rIns="0" bIns="0" rtlCol="0" anchor="ctr"/>
          <a:lstStyle/>
          <a:p>
            <a:pPr marL="0" indent="0">
              <a:buNone/>
            </a:pPr>
            <a:r>
              <a:rPr lang="en-US" sz="1000" b="1" dirty="0">
                <a:solidFill>
                  <a:srgbClr val="8899CC"/>
                </a:solidFill>
                <a:latin typeface="Trebuchet MS" pitchFamily="34" charset="0"/>
                <a:ea typeface="Trebuchet MS" pitchFamily="34" charset="-122"/>
                <a:cs typeface="Trebuchet MS" pitchFamily="34" charset="-120"/>
              </a:rPr>
              <a:t>Tema Central</a:t>
            </a:r>
            <a:endParaRPr lang="en-US" sz="1000" dirty="0"/>
          </a:p>
        </p:txBody>
      </p:sp>
      <p:sp>
        <p:nvSpPr>
          <p:cNvPr id="15" name="Text 12"/>
          <p:cNvSpPr/>
          <p:nvPr/>
        </p:nvSpPr>
        <p:spPr>
          <a:xfrm>
            <a:off x="310896" y="1609344"/>
            <a:ext cx="8503920" cy="1170432"/>
          </a:xfrm>
          <a:prstGeom prst="rect">
            <a:avLst/>
          </a:prstGeom>
          <a:noFill/>
          <a:ln/>
        </p:spPr>
        <p:txBody>
          <a:bodyPr wrap="square" lIns="0" tIns="0" rIns="0" bIns="0" rtlCol="0" anchor="t"/>
          <a:lstStyle/>
          <a:p>
            <a:pPr marL="0" indent="0" algn="l">
              <a:buNone/>
            </a:pPr>
            <a:r>
              <a:rPr lang="en-US" sz="1150" dirty="0">
                <a:solidFill>
                  <a:srgbClr val="DDDDEE"/>
                </a:solidFill>
                <a:latin typeface="Calibri" pitchFamily="34" charset="0"/>
                <a:ea typeface="Calibri" pitchFamily="34" charset="-122"/>
                <a:cs typeface="Calibri" pitchFamily="34" charset="-120"/>
              </a:rPr>
              <a:t>El Salmo 119 describe una relación apasionada con la Palabra de Dios: más dulce que la miel, más valiosa que el oro. Estudiar la Biblia no es un deber religioso sino un encuentro personal. El desafío no es saber más; es aprender a escuchar a Dios en sus páginas cada día.</a:t>
            </a:r>
            <a:endParaRPr lang="en-US" sz="1150" dirty="0"/>
          </a:p>
        </p:txBody>
      </p:sp>
      <p:sp>
        <p:nvSpPr>
          <p:cNvPr id="16" name="Shape 13"/>
          <p:cNvSpPr/>
          <p:nvPr/>
        </p:nvSpPr>
        <p:spPr>
          <a:xfrm>
            <a:off x="182880" y="2907792"/>
            <a:ext cx="8778240" cy="1828800"/>
          </a:xfrm>
          <a:prstGeom prst="rect">
            <a:avLst/>
          </a:prstGeom>
          <a:solidFill>
            <a:srgbClr val="0A1830">
              <a:alpha val="85000"/>
            </a:srgbClr>
          </a:solidFill>
          <a:ln w="25400">
            <a:solidFill>
              <a:srgbClr val="00C896"/>
            </a:solidFill>
            <a:prstDash val="solid"/>
          </a:ln>
          <a:effectLst>
            <a:outerShdw blurRad="152400" dist="38100" dir="8100000" algn="bl" rotWithShape="0">
              <a:srgbClr val="000000">
                <a:alpha val="50000"/>
              </a:srgbClr>
            </a:outerShdw>
          </a:effectLst>
        </p:spPr>
        <p:txBody>
          <a:bodyPr/>
          <a:lstStyle/>
          <a:p>
            <a:endParaRPr lang="es-ES"/>
          </a:p>
        </p:txBody>
      </p:sp>
      <p:sp>
        <p:nvSpPr>
          <p:cNvPr id="17" name="Shape 14"/>
          <p:cNvSpPr/>
          <p:nvPr/>
        </p:nvSpPr>
        <p:spPr>
          <a:xfrm>
            <a:off x="182880" y="2907792"/>
            <a:ext cx="54864" cy="1828800"/>
          </a:xfrm>
          <a:prstGeom prst="rect">
            <a:avLst/>
          </a:prstGeom>
          <a:solidFill>
            <a:srgbClr val="00C896"/>
          </a:solidFill>
          <a:ln w="12700">
            <a:solidFill>
              <a:srgbClr val="00C896"/>
            </a:solidFill>
            <a:prstDash val="solid"/>
          </a:ln>
        </p:spPr>
        <p:txBody>
          <a:bodyPr/>
          <a:lstStyle/>
          <a:p>
            <a:endParaRPr lang="es-ES"/>
          </a:p>
        </p:txBody>
      </p:sp>
      <p:sp>
        <p:nvSpPr>
          <p:cNvPr id="18" name="Shape 15"/>
          <p:cNvSpPr/>
          <p:nvPr/>
        </p:nvSpPr>
        <p:spPr>
          <a:xfrm>
            <a:off x="274320" y="2962656"/>
            <a:ext cx="3108960" cy="274320"/>
          </a:xfrm>
          <a:prstGeom prst="rect">
            <a:avLst/>
          </a:prstGeom>
          <a:solidFill>
            <a:srgbClr val="00C896"/>
          </a:solidFill>
          <a:ln w="12700">
            <a:solidFill>
              <a:srgbClr val="00C896"/>
            </a:solidFill>
            <a:prstDash val="solid"/>
          </a:ln>
        </p:spPr>
        <p:txBody>
          <a:bodyPr/>
          <a:lstStyle/>
          <a:p>
            <a:endParaRPr lang="es-ES"/>
          </a:p>
        </p:txBody>
      </p:sp>
      <p:sp>
        <p:nvSpPr>
          <p:cNvPr id="19" name="Text 16"/>
          <p:cNvSpPr/>
          <p:nvPr/>
        </p:nvSpPr>
        <p:spPr>
          <a:xfrm>
            <a:off x="274320" y="2962656"/>
            <a:ext cx="3108960" cy="274320"/>
          </a:xfrm>
          <a:prstGeom prst="rect">
            <a:avLst/>
          </a:prstGeom>
          <a:noFill/>
          <a:ln/>
        </p:spPr>
        <p:txBody>
          <a:bodyPr wrap="square" lIns="0" tIns="0" rIns="0" bIns="0" rtlCol="0" anchor="ctr"/>
          <a:lstStyle/>
          <a:p>
            <a:pPr marL="0" indent="0" algn="ctr">
              <a:buNone/>
            </a:pPr>
            <a:r>
              <a:rPr lang="en-US" sz="1000" b="1" dirty="0">
                <a:solidFill>
                  <a:srgbClr val="000000"/>
                </a:solidFill>
                <a:latin typeface="Trebuchet MS" pitchFamily="34" charset="0"/>
                <a:ea typeface="Trebuchet MS" pitchFamily="34" charset="-122"/>
                <a:cs typeface="Trebuchet MS" pitchFamily="34" charset="-120"/>
              </a:rPr>
              <a:t>GPS — Gran Pregunta de la Semana</a:t>
            </a:r>
            <a:endParaRPr lang="en-US" sz="1000" dirty="0"/>
          </a:p>
        </p:txBody>
      </p:sp>
      <p:sp>
        <p:nvSpPr>
          <p:cNvPr id="20" name="Text 17"/>
          <p:cNvSpPr/>
          <p:nvPr/>
        </p:nvSpPr>
        <p:spPr>
          <a:xfrm>
            <a:off x="310896" y="3291840"/>
            <a:ext cx="8503920" cy="1371600"/>
          </a:xfrm>
          <a:prstGeom prst="rect">
            <a:avLst/>
          </a:prstGeom>
          <a:noFill/>
          <a:ln/>
        </p:spPr>
        <p:txBody>
          <a:bodyPr wrap="square" rtlCol="0" anchor="ctr"/>
          <a:lstStyle/>
          <a:p>
            <a:pPr marL="0" indent="0" algn="ctr">
              <a:buNone/>
            </a:pPr>
            <a:r>
              <a:rPr lang="en-US" sz="1400" b="1" i="1" dirty="0">
                <a:solidFill>
                  <a:srgbClr val="FFFFFF"/>
                </a:solidFill>
                <a:latin typeface="Trebuchet MS" pitchFamily="34" charset="0"/>
                <a:ea typeface="Trebuchet MS" pitchFamily="34" charset="-122"/>
                <a:cs typeface="Trebuchet MS" pitchFamily="34" charset="-120"/>
              </a:rPr>
              <a:t>¿Qué diferencia hay entre leer la Biblia de manera superficial y estudiarla de forma que transforma la vida, y cuáles son los pasos prácticos que lo hacen posible?</a:t>
            </a:r>
            <a:endParaRPr lang="en-US" sz="1400" dirty="0"/>
          </a:p>
        </p:txBody>
      </p:sp>
      <p:sp>
        <p:nvSpPr>
          <p:cNvPr id="21" name="Text 18"/>
          <p:cNvSpPr/>
          <p:nvPr/>
        </p:nvSpPr>
        <p:spPr>
          <a:xfrm>
            <a:off x="0" y="4960620"/>
            <a:ext cx="9144000" cy="164592"/>
          </a:xfrm>
          <a:prstGeom prst="rect">
            <a:avLst/>
          </a:prstGeom>
          <a:noFill/>
          <a:ln/>
        </p:spPr>
        <p:txBody>
          <a:bodyPr wrap="square" lIns="0" tIns="0" rIns="0" bIns="0" rtlCol="0" anchor="ctr"/>
          <a:lstStyle/>
          <a:p>
            <a:pPr marL="0" indent="0" algn="ctr">
              <a:buNone/>
            </a:pPr>
            <a:r>
              <a:rPr lang="en-US" sz="700" i="1" dirty="0">
                <a:solidFill>
                  <a:srgbClr val="777799"/>
                </a:solidFill>
                <a:latin typeface="Calibri" pitchFamily="34" charset="0"/>
                <a:ea typeface="Calibri" pitchFamily="34" charset="-122"/>
                <a:cs typeface="Calibri" pitchFamily="34" charset="-120"/>
              </a:rPr>
              <a:t>Dr. Tito Goicochea M.  ·  NEED - DSA  ·  II Trimestre 2026</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00000">
              <a:alpha val="48000"/>
            </a:srgbClr>
          </a:solidFill>
          <a:ln w="12700">
            <a:solidFill>
              <a:srgbClr val="000000"/>
            </a:solidFill>
            <a:prstDash val="solid"/>
          </a:ln>
        </p:spPr>
        <p:txBody>
          <a:bodyPr/>
          <a:lstStyle/>
          <a:p>
            <a:endParaRPr lang="es-ES"/>
          </a:p>
        </p:txBody>
      </p:sp>
      <p:sp>
        <p:nvSpPr>
          <p:cNvPr id="4" name="Shape 1"/>
          <p:cNvSpPr/>
          <p:nvPr/>
        </p:nvSpPr>
        <p:spPr>
          <a:xfrm>
            <a:off x="0" y="0"/>
            <a:ext cx="54864" cy="676656"/>
          </a:xfrm>
          <a:prstGeom prst="rect">
            <a:avLst/>
          </a:prstGeom>
          <a:solidFill>
            <a:srgbClr val="0E4A8C"/>
          </a:solidFill>
          <a:ln w="12700">
            <a:solidFill>
              <a:srgbClr val="0E4A8C"/>
            </a:solidFill>
            <a:prstDash val="solid"/>
          </a:ln>
        </p:spPr>
        <p:txBody>
          <a:bodyPr/>
          <a:lstStyle/>
          <a:p>
            <a:endParaRPr lang="es-ES"/>
          </a:p>
        </p:txBody>
      </p:sp>
      <p:sp>
        <p:nvSpPr>
          <p:cNvPr id="5" name="Shape 2"/>
          <p:cNvSpPr/>
          <p:nvPr/>
        </p:nvSpPr>
        <p:spPr>
          <a:xfrm>
            <a:off x="128016" y="18288"/>
            <a:ext cx="9144000" cy="640080"/>
          </a:xfrm>
          <a:prstGeom prst="rect">
            <a:avLst/>
          </a:prstGeom>
          <a:solidFill>
            <a:srgbClr val="000000">
              <a:alpha val="65000"/>
            </a:srgbClr>
          </a:solidFill>
          <a:ln w="12700">
            <a:solidFill>
              <a:srgbClr val="000000"/>
            </a:solidFill>
            <a:prstDash val="solid"/>
          </a:ln>
        </p:spPr>
        <p:txBody>
          <a:bodyPr/>
          <a:lstStyle/>
          <a:p>
            <a:endParaRPr lang="es-ES"/>
          </a:p>
        </p:txBody>
      </p:sp>
      <p:sp>
        <p:nvSpPr>
          <p:cNvPr id="6" name="Shape 3"/>
          <p:cNvSpPr/>
          <p:nvPr/>
        </p:nvSpPr>
        <p:spPr>
          <a:xfrm>
            <a:off x="182880" y="64008"/>
            <a:ext cx="566928" cy="548640"/>
          </a:xfrm>
          <a:prstGeom prst="rect">
            <a:avLst/>
          </a:prstGeom>
          <a:solidFill>
            <a:srgbClr val="0E4A8C"/>
          </a:solidFill>
          <a:ln w="12700">
            <a:solidFill>
              <a:srgbClr val="0E4A8C"/>
            </a:solidFill>
            <a:prstDash val="solid"/>
          </a:ln>
        </p:spPr>
        <p:txBody>
          <a:bodyPr/>
          <a:lstStyle/>
          <a:p>
            <a:endParaRPr lang="es-ES"/>
          </a:p>
        </p:txBody>
      </p:sp>
      <p:sp>
        <p:nvSpPr>
          <p:cNvPr id="7" name="Text 4"/>
          <p:cNvSpPr/>
          <p:nvPr/>
        </p:nvSpPr>
        <p:spPr>
          <a:xfrm>
            <a:off x="182880" y="64008"/>
            <a:ext cx="566928"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Black" pitchFamily="34" charset="0"/>
                <a:ea typeface="Arial Black" pitchFamily="34" charset="-122"/>
                <a:cs typeface="Arial Black" pitchFamily="34" charset="-120"/>
              </a:rPr>
              <a:t>2</a:t>
            </a:r>
            <a:endParaRPr lang="en-US" sz="2200" dirty="0"/>
          </a:p>
        </p:txBody>
      </p:sp>
      <p:sp>
        <p:nvSpPr>
          <p:cNvPr id="8" name="Text 5"/>
          <p:cNvSpPr/>
          <p:nvPr/>
        </p:nvSpPr>
        <p:spPr>
          <a:xfrm>
            <a:off x="877824" y="118872"/>
            <a:ext cx="8138160" cy="438912"/>
          </a:xfrm>
          <a:prstGeom prst="rect">
            <a:avLst/>
          </a:prstGeom>
          <a:noFill/>
          <a:ln/>
        </p:spPr>
        <p:txBody>
          <a:bodyPr wrap="square" lIns="0" tIns="0" rIns="0" bIns="0" rtlCol="0" anchor="ctr"/>
          <a:lstStyle/>
          <a:p>
            <a:pPr marL="0" indent="0" algn="l">
              <a:buNone/>
            </a:pPr>
            <a:r>
              <a:rPr lang="en-US" sz="1600" b="1" dirty="0">
                <a:solidFill>
                  <a:srgbClr val="A0C8FF"/>
                </a:solidFill>
                <a:latin typeface="Trebuchet MS" pitchFamily="34" charset="0"/>
                <a:ea typeface="Trebuchet MS" pitchFamily="34" charset="-122"/>
                <a:cs typeface="Trebuchet MS" pitchFamily="34" charset="-120"/>
              </a:rPr>
              <a:t>FASE 2  ·  EXPLORA  —  Tópico 1 de 3</a:t>
            </a:r>
            <a:endParaRPr lang="en-US" sz="1600" dirty="0"/>
          </a:p>
        </p:txBody>
      </p:sp>
      <p:sp>
        <p:nvSpPr>
          <p:cNvPr id="9" name="Shape 6"/>
          <p:cNvSpPr/>
          <p:nvPr/>
        </p:nvSpPr>
        <p:spPr>
          <a:xfrm>
            <a:off x="146304" y="749808"/>
            <a:ext cx="2633472" cy="4192524"/>
          </a:xfrm>
          <a:prstGeom prst="rect">
            <a:avLst/>
          </a:prstGeom>
          <a:solidFill>
            <a:srgbClr val="1A6B3A">
              <a:alpha val="90000"/>
            </a:srgbClr>
          </a:solidFill>
          <a:ln w="25400">
            <a:solidFill>
              <a:srgbClr val="2E8A4A"/>
            </a:solidFill>
            <a:prstDash val="solid"/>
          </a:ln>
          <a:effectLst>
            <a:outerShdw blurRad="152400" dist="38100" dir="8100000" algn="bl" rotWithShape="0">
              <a:srgbClr val="000000">
                <a:alpha val="50000"/>
              </a:srgbClr>
            </a:outerShdw>
          </a:effectLst>
        </p:spPr>
        <p:txBody>
          <a:bodyPr/>
          <a:lstStyle/>
          <a:p>
            <a:endParaRPr lang="es-ES"/>
          </a:p>
        </p:txBody>
      </p:sp>
      <p:sp>
        <p:nvSpPr>
          <p:cNvPr id="10" name="Shape 7"/>
          <p:cNvSpPr/>
          <p:nvPr/>
        </p:nvSpPr>
        <p:spPr>
          <a:xfrm>
            <a:off x="146304" y="749808"/>
            <a:ext cx="64008" cy="4192524"/>
          </a:xfrm>
          <a:prstGeom prst="rect">
            <a:avLst/>
          </a:prstGeom>
          <a:solidFill>
            <a:srgbClr val="7AE8A0"/>
          </a:solidFill>
          <a:ln w="12700">
            <a:solidFill>
              <a:srgbClr val="7AE8A0"/>
            </a:solidFill>
            <a:prstDash val="solid"/>
          </a:ln>
        </p:spPr>
        <p:txBody>
          <a:bodyPr/>
          <a:lstStyle/>
          <a:p>
            <a:endParaRPr lang="es-ES"/>
          </a:p>
        </p:txBody>
      </p:sp>
      <p:sp>
        <p:nvSpPr>
          <p:cNvPr id="11" name="Text 8"/>
          <p:cNvSpPr/>
          <p:nvPr/>
        </p:nvSpPr>
        <p:spPr>
          <a:xfrm>
            <a:off x="146304" y="804672"/>
            <a:ext cx="2633472" cy="640080"/>
          </a:xfrm>
          <a:prstGeom prst="rect">
            <a:avLst/>
          </a:prstGeom>
          <a:noFill/>
          <a:ln/>
        </p:spPr>
        <p:txBody>
          <a:bodyPr wrap="square" rtlCol="0" anchor="t"/>
          <a:lstStyle/>
          <a:p>
            <a:pPr marL="0" indent="0" algn="r">
              <a:buNone/>
            </a:pPr>
            <a:r>
              <a:rPr lang="en-US" sz="3800" b="1" dirty="0">
                <a:solidFill>
                  <a:srgbClr val="7AE8A0"/>
                </a:solidFill>
                <a:latin typeface="Arial Black" pitchFamily="34" charset="0"/>
                <a:ea typeface="Arial Black" pitchFamily="34" charset="-122"/>
                <a:cs typeface="Arial Black" pitchFamily="34" charset="-120"/>
              </a:rPr>
              <a:t>01</a:t>
            </a:r>
            <a:endParaRPr lang="en-US" sz="3800" dirty="0"/>
          </a:p>
        </p:txBody>
      </p:sp>
      <p:sp>
        <p:nvSpPr>
          <p:cNvPr id="12" name="Text 9"/>
          <p:cNvSpPr/>
          <p:nvPr/>
        </p:nvSpPr>
        <p:spPr>
          <a:xfrm>
            <a:off x="292608" y="877824"/>
            <a:ext cx="2231136" cy="402336"/>
          </a:xfrm>
          <a:prstGeom prst="rect">
            <a:avLst/>
          </a:prstGeom>
          <a:noFill/>
          <a:ln/>
        </p:spPr>
        <p:txBody>
          <a:bodyPr wrap="square" lIns="0" tIns="0" rIns="0" bIns="0" rtlCol="0" anchor="ctr"/>
          <a:lstStyle/>
          <a:p>
            <a:pPr marL="0" indent="0" algn="l">
              <a:buNone/>
            </a:pPr>
            <a:r>
              <a:rPr lang="en-US" sz="1350" b="1" dirty="0">
                <a:solidFill>
                  <a:srgbClr val="FFFFFF"/>
                </a:solidFill>
                <a:latin typeface="Arial Black" pitchFamily="34" charset="0"/>
                <a:ea typeface="Arial Black" pitchFamily="34" charset="-122"/>
                <a:cs typeface="Arial Black" pitchFamily="34" charset="-120"/>
              </a:rPr>
              <a:t>Salmo 119:97-100</a:t>
            </a:r>
            <a:endParaRPr lang="en-US" sz="1350" dirty="0"/>
          </a:p>
        </p:txBody>
      </p:sp>
      <p:sp>
        <p:nvSpPr>
          <p:cNvPr id="13" name="Shape 10"/>
          <p:cNvSpPr/>
          <p:nvPr/>
        </p:nvSpPr>
        <p:spPr>
          <a:xfrm>
            <a:off x="292608" y="1353312"/>
            <a:ext cx="2231136" cy="20117"/>
          </a:xfrm>
          <a:prstGeom prst="rect">
            <a:avLst/>
          </a:prstGeom>
          <a:solidFill>
            <a:srgbClr val="7AE8A0">
              <a:alpha val="55000"/>
            </a:srgbClr>
          </a:solidFill>
          <a:ln w="12700">
            <a:solidFill>
              <a:srgbClr val="7AE8A0"/>
            </a:solidFill>
            <a:prstDash val="solid"/>
          </a:ln>
        </p:spPr>
        <p:txBody>
          <a:bodyPr/>
          <a:lstStyle/>
          <a:p>
            <a:endParaRPr lang="es-ES"/>
          </a:p>
        </p:txBody>
      </p:sp>
      <p:sp>
        <p:nvSpPr>
          <p:cNvPr id="14" name="Text 11"/>
          <p:cNvSpPr/>
          <p:nvPr/>
        </p:nvSpPr>
        <p:spPr>
          <a:xfrm>
            <a:off x="292608" y="1444752"/>
            <a:ext cx="2395728" cy="804672"/>
          </a:xfrm>
          <a:prstGeom prst="rect">
            <a:avLst/>
          </a:prstGeom>
          <a:noFill/>
          <a:ln/>
        </p:spPr>
        <p:txBody>
          <a:bodyPr wrap="square" rtlCol="0" anchor="t"/>
          <a:lstStyle/>
          <a:p>
            <a:pPr marL="0" indent="0" algn="l">
              <a:buNone/>
            </a:pPr>
            <a:r>
              <a:rPr lang="en-US" sz="1500" b="1" dirty="0">
                <a:solidFill>
                  <a:srgbClr val="7AE8A0"/>
                </a:solidFill>
                <a:latin typeface="Trebuchet MS" pitchFamily="34" charset="0"/>
                <a:ea typeface="Trebuchet MS" pitchFamily="34" charset="-122"/>
                <a:cs typeface="Trebuchet MS" pitchFamily="34" charset="-120"/>
              </a:rPr>
              <a:t>El amor por la Palabra</a:t>
            </a:r>
            <a:endParaRPr lang="en-US" sz="1500" dirty="0"/>
          </a:p>
        </p:txBody>
      </p:sp>
      <p:sp>
        <p:nvSpPr>
          <p:cNvPr id="15" name="Shape 12"/>
          <p:cNvSpPr/>
          <p:nvPr/>
        </p:nvSpPr>
        <p:spPr>
          <a:xfrm>
            <a:off x="292608" y="2322576"/>
            <a:ext cx="2231136" cy="20117"/>
          </a:xfrm>
          <a:prstGeom prst="rect">
            <a:avLst/>
          </a:prstGeom>
          <a:solidFill>
            <a:srgbClr val="FFFFFF">
              <a:alpha val="32000"/>
            </a:srgbClr>
          </a:solidFill>
          <a:ln w="12700">
            <a:solidFill>
              <a:srgbClr val="FFFFFF"/>
            </a:solidFill>
            <a:prstDash val="solid"/>
          </a:ln>
        </p:spPr>
        <p:txBody>
          <a:bodyPr/>
          <a:lstStyle/>
          <a:p>
            <a:endParaRPr lang="es-ES"/>
          </a:p>
        </p:txBody>
      </p:sp>
      <p:sp>
        <p:nvSpPr>
          <p:cNvPr id="16" name="Text 13"/>
          <p:cNvSpPr/>
          <p:nvPr/>
        </p:nvSpPr>
        <p:spPr>
          <a:xfrm>
            <a:off x="292608" y="2432304"/>
            <a:ext cx="2395728" cy="2400300"/>
          </a:xfrm>
          <a:prstGeom prst="rect">
            <a:avLst/>
          </a:prstGeom>
          <a:noFill/>
          <a:ln/>
        </p:spPr>
        <p:txBody>
          <a:bodyPr wrap="square" rtlCol="0" anchor="t"/>
          <a:lstStyle/>
          <a:p>
            <a:pPr marL="0" indent="0" algn="l">
              <a:buNone/>
            </a:pPr>
            <a:r>
              <a:rPr lang="en-US" sz="1100" i="1" dirty="0">
                <a:solidFill>
                  <a:srgbClr val="D8D8EE"/>
                </a:solidFill>
                <a:latin typeface="Calibri" pitchFamily="34" charset="0"/>
                <a:ea typeface="Calibri" pitchFamily="34" charset="-122"/>
                <a:cs typeface="Calibri" pitchFamily="34" charset="-120"/>
              </a:rPr>
              <a:t>¿Qué revela la actitud del salmista hacia la Palabra de Dios, y cómo esa actitud de amor transforma la experiencia de estudiarla?</a:t>
            </a:r>
            <a:endParaRPr lang="en-US" sz="1100" dirty="0"/>
          </a:p>
        </p:txBody>
      </p:sp>
      <p:sp>
        <p:nvSpPr>
          <p:cNvPr id="17" name="Shape 14"/>
          <p:cNvSpPr/>
          <p:nvPr/>
        </p:nvSpPr>
        <p:spPr>
          <a:xfrm>
            <a:off x="2907792" y="749808"/>
            <a:ext cx="6089904" cy="2515514"/>
          </a:xfrm>
          <a:prstGeom prst="rect">
            <a:avLst/>
          </a:prstGeom>
          <a:solidFill>
            <a:srgbClr val="000000">
              <a:alpha val="58000"/>
            </a:srgbClr>
          </a:solidFill>
          <a:ln w="15240">
            <a:solidFill>
              <a:srgbClr val="2E8A4A"/>
            </a:solidFill>
            <a:prstDash val="solid"/>
          </a:ln>
          <a:effectLst>
            <a:outerShdw blurRad="152400" dist="38100" dir="8100000" algn="bl" rotWithShape="0">
              <a:srgbClr val="000000">
                <a:alpha val="50000"/>
              </a:srgbClr>
            </a:outerShdw>
          </a:effectLst>
        </p:spPr>
        <p:txBody>
          <a:bodyPr/>
          <a:lstStyle/>
          <a:p>
            <a:endParaRPr lang="es-ES"/>
          </a:p>
        </p:txBody>
      </p:sp>
      <p:sp>
        <p:nvSpPr>
          <p:cNvPr id="18" name="Shape 15"/>
          <p:cNvSpPr/>
          <p:nvPr/>
        </p:nvSpPr>
        <p:spPr>
          <a:xfrm>
            <a:off x="2907792" y="749808"/>
            <a:ext cx="6089904" cy="310896"/>
          </a:xfrm>
          <a:prstGeom prst="rect">
            <a:avLst/>
          </a:prstGeom>
          <a:solidFill>
            <a:srgbClr val="1A6B3A"/>
          </a:solidFill>
          <a:ln w="12700">
            <a:solidFill>
              <a:srgbClr val="1A6B3A"/>
            </a:solidFill>
            <a:prstDash val="solid"/>
          </a:ln>
        </p:spPr>
        <p:txBody>
          <a:bodyPr/>
          <a:lstStyle/>
          <a:p>
            <a:endParaRPr lang="es-ES"/>
          </a:p>
        </p:txBody>
      </p:sp>
      <p:sp>
        <p:nvSpPr>
          <p:cNvPr id="19" name="Shape 16"/>
          <p:cNvSpPr/>
          <p:nvPr/>
        </p:nvSpPr>
        <p:spPr>
          <a:xfrm>
            <a:off x="2907792" y="749808"/>
            <a:ext cx="64008" cy="310896"/>
          </a:xfrm>
          <a:prstGeom prst="rect">
            <a:avLst/>
          </a:prstGeom>
          <a:solidFill>
            <a:srgbClr val="7AE8A0"/>
          </a:solidFill>
          <a:ln w="12700">
            <a:solidFill>
              <a:srgbClr val="7AE8A0"/>
            </a:solidFill>
            <a:prstDash val="solid"/>
          </a:ln>
        </p:spPr>
        <p:txBody>
          <a:bodyPr/>
          <a:lstStyle/>
          <a:p>
            <a:endParaRPr lang="es-ES"/>
          </a:p>
        </p:txBody>
      </p:sp>
      <p:sp>
        <p:nvSpPr>
          <p:cNvPr id="20" name="Text 17"/>
          <p:cNvSpPr/>
          <p:nvPr/>
        </p:nvSpPr>
        <p:spPr>
          <a:xfrm>
            <a:off x="3035808" y="749808"/>
            <a:ext cx="5907024" cy="310896"/>
          </a:xfrm>
          <a:prstGeom prst="rect">
            <a:avLst/>
          </a:prstGeom>
          <a:noFill/>
          <a:ln/>
        </p:spPr>
        <p:txBody>
          <a:bodyPr wrap="square" lIns="0" tIns="0" rIns="0" bIns="0" rtlCol="0" anchor="ctr"/>
          <a:lstStyle/>
          <a:p>
            <a:pPr marL="0" indent="0" algn="l">
              <a:buNone/>
            </a:pPr>
            <a:r>
              <a:rPr lang="en-US" sz="950" b="1" kern="0" spc="200" dirty="0">
                <a:solidFill>
                  <a:srgbClr val="FFFFFF"/>
                </a:solidFill>
                <a:latin typeface="Trebuchet MS" pitchFamily="34" charset="0"/>
                <a:ea typeface="Trebuchet MS" pitchFamily="34" charset="-122"/>
                <a:cs typeface="Trebuchet MS" pitchFamily="34" charset="-120"/>
              </a:rPr>
              <a:t>IDEAS PRINCIPALES</a:t>
            </a:r>
            <a:endParaRPr lang="en-US" sz="950" dirty="0"/>
          </a:p>
        </p:txBody>
      </p:sp>
      <p:sp>
        <p:nvSpPr>
          <p:cNvPr id="21" name="Shape 18"/>
          <p:cNvSpPr/>
          <p:nvPr/>
        </p:nvSpPr>
        <p:spPr>
          <a:xfrm>
            <a:off x="3054096" y="1409852"/>
            <a:ext cx="128016" cy="128016"/>
          </a:xfrm>
          <a:prstGeom prst="line">
            <a:avLst/>
          </a:prstGeom>
          <a:solidFill>
            <a:srgbClr val="7AE8A0"/>
          </a:solidFill>
          <a:ln w="12700">
            <a:solidFill>
              <a:srgbClr val="7AE8A0"/>
            </a:solidFill>
            <a:prstDash val="solid"/>
          </a:ln>
        </p:spPr>
        <p:txBody>
          <a:bodyPr/>
          <a:lstStyle/>
          <a:p>
            <a:endParaRPr lang="es-ES"/>
          </a:p>
        </p:txBody>
      </p:sp>
      <p:sp>
        <p:nvSpPr>
          <p:cNvPr id="22" name="Text 19"/>
          <p:cNvSpPr/>
          <p:nvPr/>
        </p:nvSpPr>
        <p:spPr>
          <a:xfrm>
            <a:off x="3255264" y="1115568"/>
            <a:ext cx="5614416" cy="716585"/>
          </a:xfrm>
          <a:prstGeom prst="rect">
            <a:avLst/>
          </a:prstGeom>
          <a:noFill/>
          <a:ln/>
        </p:spPr>
        <p:txBody>
          <a:bodyPr wrap="square" rtlCol="0" anchor="ctr"/>
          <a:lstStyle/>
          <a:p>
            <a:pPr marL="0" indent="0" algn="l">
              <a:buNone/>
            </a:pPr>
            <a:r>
              <a:rPr lang="en-US" sz="1200" dirty="0">
                <a:solidFill>
                  <a:srgbClr val="EEEEFF"/>
                </a:solidFill>
                <a:latin typeface="Calibri" pitchFamily="34" charset="0"/>
                <a:ea typeface="Calibri" pitchFamily="34" charset="-122"/>
                <a:cs typeface="Calibri" pitchFamily="34" charset="-120"/>
              </a:rPr>
              <a:t>«¡Cuánto amo yo tu ley!» Es una declaración de amor, no de deber: la respuesta natural de quien escucha una voz que lo conoce y lo ama. (Sal. 119:97; Jer. 15:16)</a:t>
            </a:r>
            <a:endParaRPr lang="en-US" sz="1200" dirty="0"/>
          </a:p>
        </p:txBody>
      </p:sp>
      <p:sp>
        <p:nvSpPr>
          <p:cNvPr id="23" name="Shape 20"/>
          <p:cNvSpPr/>
          <p:nvPr/>
        </p:nvSpPr>
        <p:spPr>
          <a:xfrm>
            <a:off x="3035808" y="1823009"/>
            <a:ext cx="5833872" cy="16459"/>
          </a:xfrm>
          <a:prstGeom prst="rect">
            <a:avLst/>
          </a:prstGeom>
          <a:solidFill>
            <a:srgbClr val="FFFFFF">
              <a:alpha val="18000"/>
            </a:srgbClr>
          </a:solidFill>
          <a:ln w="12700">
            <a:solidFill>
              <a:srgbClr val="FFFFFF"/>
            </a:solidFill>
            <a:prstDash val="solid"/>
          </a:ln>
        </p:spPr>
        <p:txBody>
          <a:bodyPr/>
          <a:lstStyle/>
          <a:p>
            <a:endParaRPr lang="es-ES"/>
          </a:p>
        </p:txBody>
      </p:sp>
      <p:sp>
        <p:nvSpPr>
          <p:cNvPr id="24" name="Shape 21"/>
          <p:cNvSpPr/>
          <p:nvPr/>
        </p:nvSpPr>
        <p:spPr>
          <a:xfrm>
            <a:off x="3054096" y="2126437"/>
            <a:ext cx="128016" cy="128016"/>
          </a:xfrm>
          <a:prstGeom prst="line">
            <a:avLst/>
          </a:prstGeom>
          <a:solidFill>
            <a:srgbClr val="7AE8A0"/>
          </a:solidFill>
          <a:ln w="12700">
            <a:solidFill>
              <a:srgbClr val="7AE8A0"/>
            </a:solidFill>
            <a:prstDash val="solid"/>
          </a:ln>
        </p:spPr>
        <p:txBody>
          <a:bodyPr/>
          <a:lstStyle/>
          <a:p>
            <a:endParaRPr lang="es-ES"/>
          </a:p>
        </p:txBody>
      </p:sp>
      <p:sp>
        <p:nvSpPr>
          <p:cNvPr id="25" name="Text 22"/>
          <p:cNvSpPr/>
          <p:nvPr/>
        </p:nvSpPr>
        <p:spPr>
          <a:xfrm>
            <a:off x="3255264" y="1832153"/>
            <a:ext cx="5614416" cy="716585"/>
          </a:xfrm>
          <a:prstGeom prst="rect">
            <a:avLst/>
          </a:prstGeom>
          <a:noFill/>
          <a:ln/>
        </p:spPr>
        <p:txBody>
          <a:bodyPr wrap="square" rtlCol="0" anchor="ctr"/>
          <a:lstStyle/>
          <a:p>
            <a:pPr marL="0" indent="0" algn="l">
              <a:buNone/>
            </a:pPr>
            <a:r>
              <a:rPr lang="en-US" sz="1200" dirty="0">
                <a:solidFill>
                  <a:srgbClr val="EEEEFF"/>
                </a:solidFill>
                <a:latin typeface="Calibri" pitchFamily="34" charset="0"/>
                <a:ea typeface="Calibri" pitchFamily="34" charset="-122"/>
                <a:cs typeface="Calibri" pitchFamily="34" charset="-120"/>
              </a:rPr>
              <a:t>La meditación constante en la Palabra produce sabiduría que supera a los maestros y a los ancianos. (Sal. 119:98-100; Prov. 2:6)</a:t>
            </a:r>
            <a:endParaRPr lang="en-US" sz="1200" dirty="0"/>
          </a:p>
        </p:txBody>
      </p:sp>
      <p:sp>
        <p:nvSpPr>
          <p:cNvPr id="26" name="Shape 23"/>
          <p:cNvSpPr/>
          <p:nvPr/>
        </p:nvSpPr>
        <p:spPr>
          <a:xfrm>
            <a:off x="3035808" y="2539594"/>
            <a:ext cx="5833872" cy="16459"/>
          </a:xfrm>
          <a:prstGeom prst="rect">
            <a:avLst/>
          </a:prstGeom>
          <a:solidFill>
            <a:srgbClr val="FFFFFF">
              <a:alpha val="18000"/>
            </a:srgbClr>
          </a:solidFill>
          <a:ln w="12700">
            <a:solidFill>
              <a:srgbClr val="FFFFFF"/>
            </a:solidFill>
            <a:prstDash val="solid"/>
          </a:ln>
        </p:spPr>
        <p:txBody>
          <a:bodyPr/>
          <a:lstStyle/>
          <a:p>
            <a:endParaRPr lang="es-ES"/>
          </a:p>
        </p:txBody>
      </p:sp>
      <p:sp>
        <p:nvSpPr>
          <p:cNvPr id="27" name="Shape 24"/>
          <p:cNvSpPr/>
          <p:nvPr/>
        </p:nvSpPr>
        <p:spPr>
          <a:xfrm>
            <a:off x="3054096" y="2843022"/>
            <a:ext cx="128016" cy="128016"/>
          </a:xfrm>
          <a:prstGeom prst="line">
            <a:avLst/>
          </a:prstGeom>
          <a:solidFill>
            <a:srgbClr val="7AE8A0"/>
          </a:solidFill>
          <a:ln w="12700">
            <a:solidFill>
              <a:srgbClr val="7AE8A0"/>
            </a:solidFill>
            <a:prstDash val="solid"/>
          </a:ln>
        </p:spPr>
        <p:txBody>
          <a:bodyPr/>
          <a:lstStyle/>
          <a:p>
            <a:endParaRPr lang="es-ES"/>
          </a:p>
        </p:txBody>
      </p:sp>
      <p:sp>
        <p:nvSpPr>
          <p:cNvPr id="28" name="Text 25"/>
          <p:cNvSpPr/>
          <p:nvPr/>
        </p:nvSpPr>
        <p:spPr>
          <a:xfrm>
            <a:off x="3255264" y="2548738"/>
            <a:ext cx="5614416" cy="716585"/>
          </a:xfrm>
          <a:prstGeom prst="rect">
            <a:avLst/>
          </a:prstGeom>
          <a:noFill/>
          <a:ln/>
        </p:spPr>
        <p:txBody>
          <a:bodyPr wrap="square" rtlCol="0" anchor="ctr"/>
          <a:lstStyle/>
          <a:p>
            <a:pPr marL="0" indent="0" algn="l">
              <a:buNone/>
            </a:pPr>
            <a:r>
              <a:rPr lang="en-US" sz="1200" dirty="0">
                <a:solidFill>
                  <a:srgbClr val="EEEEFF"/>
                </a:solidFill>
                <a:latin typeface="Calibri" pitchFamily="34" charset="0"/>
                <a:ea typeface="Calibri" pitchFamily="34" charset="-122"/>
                <a:cs typeface="Calibri" pitchFamily="34" charset="-120"/>
              </a:rPr>
              <a:t>No porque el creyente sea más inteligente, sino porque la Palabra revela la perspectiva de Dios sobre toda situación. (Sal. 1:2; Sant. 1:5)</a:t>
            </a:r>
            <a:endParaRPr lang="en-US" sz="1200" dirty="0"/>
          </a:p>
        </p:txBody>
      </p:sp>
      <p:sp>
        <p:nvSpPr>
          <p:cNvPr id="29" name="Shape 26"/>
          <p:cNvSpPr/>
          <p:nvPr/>
        </p:nvSpPr>
        <p:spPr>
          <a:xfrm>
            <a:off x="2907792" y="3516874"/>
            <a:ext cx="6089904" cy="1425458"/>
          </a:xfrm>
          <a:prstGeom prst="rect">
            <a:avLst/>
          </a:prstGeom>
          <a:solidFill>
            <a:srgbClr val="1A6B3A">
              <a:alpha val="75000"/>
            </a:srgbClr>
          </a:solidFill>
          <a:ln w="12700">
            <a:solidFill>
              <a:srgbClr val="2E8A4A"/>
            </a:solidFill>
            <a:prstDash val="solid"/>
          </a:ln>
          <a:effectLst>
            <a:outerShdw blurRad="152400" dist="38100" dir="8100000" algn="bl" rotWithShape="0">
              <a:srgbClr val="000000">
                <a:alpha val="50000"/>
              </a:srgbClr>
            </a:outerShdw>
          </a:effectLst>
        </p:spPr>
        <p:txBody>
          <a:bodyPr/>
          <a:lstStyle/>
          <a:p>
            <a:endParaRPr lang="es-ES"/>
          </a:p>
        </p:txBody>
      </p:sp>
      <p:sp>
        <p:nvSpPr>
          <p:cNvPr id="30" name="Shape 27"/>
          <p:cNvSpPr/>
          <p:nvPr/>
        </p:nvSpPr>
        <p:spPr>
          <a:xfrm>
            <a:off x="2907792" y="3516874"/>
            <a:ext cx="6089904" cy="274320"/>
          </a:xfrm>
          <a:prstGeom prst="rect">
            <a:avLst/>
          </a:prstGeom>
          <a:solidFill>
            <a:srgbClr val="000000">
              <a:alpha val="52000"/>
            </a:srgbClr>
          </a:solidFill>
          <a:ln w="12700">
            <a:solidFill>
              <a:srgbClr val="000000"/>
            </a:solidFill>
            <a:prstDash val="solid"/>
          </a:ln>
        </p:spPr>
        <p:txBody>
          <a:bodyPr/>
          <a:lstStyle/>
          <a:p>
            <a:endParaRPr lang="es-ES"/>
          </a:p>
        </p:txBody>
      </p:sp>
      <p:sp>
        <p:nvSpPr>
          <p:cNvPr id="31" name="Text 28"/>
          <p:cNvSpPr/>
          <p:nvPr/>
        </p:nvSpPr>
        <p:spPr>
          <a:xfrm>
            <a:off x="3017520" y="3516874"/>
            <a:ext cx="5925312" cy="274320"/>
          </a:xfrm>
          <a:prstGeom prst="rect">
            <a:avLst/>
          </a:prstGeom>
          <a:noFill/>
          <a:ln/>
        </p:spPr>
        <p:txBody>
          <a:bodyPr wrap="square" lIns="0" tIns="0" rIns="0" bIns="0" rtlCol="0" anchor="ctr"/>
          <a:lstStyle/>
          <a:p>
            <a:pPr marL="0" indent="0" algn="l">
              <a:buNone/>
            </a:pPr>
            <a:r>
              <a:rPr lang="en-US" sz="900" b="1" kern="0" spc="100" dirty="0">
                <a:solidFill>
                  <a:srgbClr val="7AE8A0"/>
                </a:solidFill>
                <a:latin typeface="Trebuchet MS" pitchFamily="34" charset="0"/>
                <a:ea typeface="Trebuchet MS" pitchFamily="34" charset="-122"/>
                <a:cs typeface="Trebuchet MS" pitchFamily="34" charset="-120"/>
              </a:rPr>
              <a:t>💡  ILUSTRACIÓN</a:t>
            </a:r>
            <a:endParaRPr lang="en-US" sz="900" dirty="0"/>
          </a:p>
        </p:txBody>
      </p:sp>
      <p:sp>
        <p:nvSpPr>
          <p:cNvPr id="32" name="Text 29"/>
          <p:cNvSpPr/>
          <p:nvPr/>
        </p:nvSpPr>
        <p:spPr>
          <a:xfrm>
            <a:off x="3054096" y="3809482"/>
            <a:ext cx="5833872" cy="1077986"/>
          </a:xfrm>
          <a:prstGeom prst="rect">
            <a:avLst/>
          </a:prstGeom>
          <a:noFill/>
          <a:ln/>
        </p:spPr>
        <p:txBody>
          <a:bodyPr wrap="square" rtlCol="0" anchor="t"/>
          <a:lstStyle/>
          <a:p>
            <a:pPr marL="0" indent="0" algn="l">
              <a:buNone/>
            </a:pPr>
            <a:r>
              <a:rPr lang="en-US" sz="1100" i="1" dirty="0">
                <a:solidFill>
                  <a:srgbClr val="D8D8E8"/>
                </a:solidFill>
                <a:latin typeface="Calibri" pitchFamily="34" charset="0"/>
                <a:ea typeface="Calibri" pitchFamily="34" charset="-122"/>
                <a:cs typeface="Calibri" pitchFamily="34" charset="-120"/>
              </a:rPr>
              <a:t>Martín Lutero decía que sacudía la Biblia «hasta que cayeran las nueces y frutos». La diferencia entre un lector y un estudiante es que el estudiante sacude el árbol.</a:t>
            </a:r>
            <a:endParaRPr lang="en-US" sz="1100" dirty="0"/>
          </a:p>
        </p:txBody>
      </p:sp>
      <p:sp>
        <p:nvSpPr>
          <p:cNvPr id="33" name="Text 30"/>
          <p:cNvSpPr/>
          <p:nvPr/>
        </p:nvSpPr>
        <p:spPr>
          <a:xfrm>
            <a:off x="0" y="4960620"/>
            <a:ext cx="9144000" cy="164592"/>
          </a:xfrm>
          <a:prstGeom prst="rect">
            <a:avLst/>
          </a:prstGeom>
          <a:noFill/>
          <a:ln/>
        </p:spPr>
        <p:txBody>
          <a:bodyPr wrap="square" lIns="0" tIns="0" rIns="0" bIns="0" rtlCol="0" anchor="ctr"/>
          <a:lstStyle/>
          <a:p>
            <a:pPr marL="0" indent="0" algn="ctr">
              <a:buNone/>
            </a:pPr>
            <a:r>
              <a:rPr lang="en-US" sz="700" i="1" dirty="0">
                <a:solidFill>
                  <a:srgbClr val="777799"/>
                </a:solidFill>
                <a:latin typeface="Calibri" pitchFamily="34" charset="0"/>
                <a:ea typeface="Calibri" pitchFamily="34" charset="-122"/>
                <a:cs typeface="Calibri" pitchFamily="34" charset="-120"/>
              </a:rPr>
              <a:t>Dr. Tito Goicochea M.  ·  NEED - DSA  ·  II Trimestre 2026</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00000">
              <a:alpha val="40000"/>
            </a:srgbClr>
          </a:solidFill>
          <a:ln w="12700">
            <a:solidFill>
              <a:srgbClr val="000000"/>
            </a:solidFill>
            <a:prstDash val="solid"/>
          </a:ln>
        </p:spPr>
        <p:txBody>
          <a:bodyPr/>
          <a:lstStyle/>
          <a:p>
            <a:endParaRPr lang="es-ES"/>
          </a:p>
        </p:txBody>
      </p:sp>
      <p:sp>
        <p:nvSpPr>
          <p:cNvPr id="4" name="Shape 1"/>
          <p:cNvSpPr/>
          <p:nvPr/>
        </p:nvSpPr>
        <p:spPr>
          <a:xfrm>
            <a:off x="0" y="0"/>
            <a:ext cx="54864" cy="676656"/>
          </a:xfrm>
          <a:prstGeom prst="rect">
            <a:avLst/>
          </a:prstGeom>
          <a:solidFill>
            <a:srgbClr val="0E4A8C"/>
          </a:solidFill>
          <a:ln w="12700">
            <a:solidFill>
              <a:srgbClr val="0E4A8C"/>
            </a:solidFill>
            <a:prstDash val="solid"/>
          </a:ln>
        </p:spPr>
        <p:txBody>
          <a:bodyPr/>
          <a:lstStyle/>
          <a:p>
            <a:endParaRPr lang="es-ES"/>
          </a:p>
        </p:txBody>
      </p:sp>
      <p:sp>
        <p:nvSpPr>
          <p:cNvPr id="5" name="Shape 2"/>
          <p:cNvSpPr/>
          <p:nvPr/>
        </p:nvSpPr>
        <p:spPr>
          <a:xfrm>
            <a:off x="128016" y="18288"/>
            <a:ext cx="9144000" cy="640080"/>
          </a:xfrm>
          <a:prstGeom prst="rect">
            <a:avLst/>
          </a:prstGeom>
          <a:solidFill>
            <a:srgbClr val="000000">
              <a:alpha val="65000"/>
            </a:srgbClr>
          </a:solidFill>
          <a:ln w="12700">
            <a:solidFill>
              <a:srgbClr val="000000"/>
            </a:solidFill>
            <a:prstDash val="solid"/>
          </a:ln>
        </p:spPr>
        <p:txBody>
          <a:bodyPr/>
          <a:lstStyle/>
          <a:p>
            <a:endParaRPr lang="es-ES"/>
          </a:p>
        </p:txBody>
      </p:sp>
      <p:sp>
        <p:nvSpPr>
          <p:cNvPr id="6" name="Shape 3"/>
          <p:cNvSpPr/>
          <p:nvPr/>
        </p:nvSpPr>
        <p:spPr>
          <a:xfrm>
            <a:off x="182880" y="64008"/>
            <a:ext cx="566928" cy="548640"/>
          </a:xfrm>
          <a:prstGeom prst="rect">
            <a:avLst/>
          </a:prstGeom>
          <a:solidFill>
            <a:srgbClr val="0E4A8C"/>
          </a:solidFill>
          <a:ln w="12700">
            <a:solidFill>
              <a:srgbClr val="0E4A8C"/>
            </a:solidFill>
            <a:prstDash val="solid"/>
          </a:ln>
        </p:spPr>
        <p:txBody>
          <a:bodyPr/>
          <a:lstStyle/>
          <a:p>
            <a:endParaRPr lang="es-ES"/>
          </a:p>
        </p:txBody>
      </p:sp>
      <p:sp>
        <p:nvSpPr>
          <p:cNvPr id="7" name="Text 4"/>
          <p:cNvSpPr/>
          <p:nvPr/>
        </p:nvSpPr>
        <p:spPr>
          <a:xfrm>
            <a:off x="182880" y="64008"/>
            <a:ext cx="566928"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Black" pitchFamily="34" charset="0"/>
                <a:ea typeface="Arial Black" pitchFamily="34" charset="-122"/>
                <a:cs typeface="Arial Black" pitchFamily="34" charset="-120"/>
              </a:rPr>
              <a:t>2</a:t>
            </a:r>
            <a:endParaRPr lang="en-US" sz="2200" dirty="0"/>
          </a:p>
        </p:txBody>
      </p:sp>
      <p:sp>
        <p:nvSpPr>
          <p:cNvPr id="8" name="Text 5"/>
          <p:cNvSpPr/>
          <p:nvPr/>
        </p:nvSpPr>
        <p:spPr>
          <a:xfrm>
            <a:off x="877824" y="118872"/>
            <a:ext cx="8138160" cy="438912"/>
          </a:xfrm>
          <a:prstGeom prst="rect">
            <a:avLst/>
          </a:prstGeom>
          <a:noFill/>
          <a:ln/>
        </p:spPr>
        <p:txBody>
          <a:bodyPr wrap="square" lIns="0" tIns="0" rIns="0" bIns="0" rtlCol="0" anchor="ctr"/>
          <a:lstStyle/>
          <a:p>
            <a:pPr marL="0" indent="0" algn="l">
              <a:buNone/>
            </a:pPr>
            <a:r>
              <a:rPr lang="en-US" sz="1600" b="1" dirty="0">
                <a:solidFill>
                  <a:srgbClr val="A0C8FF"/>
                </a:solidFill>
                <a:latin typeface="Trebuchet MS" pitchFamily="34" charset="0"/>
                <a:ea typeface="Trebuchet MS" pitchFamily="34" charset="-122"/>
                <a:cs typeface="Trebuchet MS" pitchFamily="34" charset="-120"/>
              </a:rPr>
              <a:t>FASE 2  ·  EXPLORA  —  Tópico 2 de 3</a:t>
            </a:r>
            <a:endParaRPr lang="en-US" sz="1600" dirty="0"/>
          </a:p>
        </p:txBody>
      </p:sp>
      <p:sp>
        <p:nvSpPr>
          <p:cNvPr id="9" name="Shape 6"/>
          <p:cNvSpPr/>
          <p:nvPr/>
        </p:nvSpPr>
        <p:spPr>
          <a:xfrm>
            <a:off x="146304" y="749808"/>
            <a:ext cx="2633472" cy="4192524"/>
          </a:xfrm>
          <a:prstGeom prst="rect">
            <a:avLst/>
          </a:prstGeom>
          <a:solidFill>
            <a:srgbClr val="8B2B00">
              <a:alpha val="90000"/>
            </a:srgbClr>
          </a:solidFill>
          <a:ln w="25400">
            <a:solidFill>
              <a:srgbClr val="C04010"/>
            </a:solidFill>
            <a:prstDash val="solid"/>
          </a:ln>
          <a:effectLst>
            <a:outerShdw blurRad="152400" dist="38100" dir="8100000" algn="bl" rotWithShape="0">
              <a:srgbClr val="000000">
                <a:alpha val="50000"/>
              </a:srgbClr>
            </a:outerShdw>
          </a:effectLst>
        </p:spPr>
        <p:txBody>
          <a:bodyPr/>
          <a:lstStyle/>
          <a:p>
            <a:endParaRPr lang="es-ES"/>
          </a:p>
        </p:txBody>
      </p:sp>
      <p:sp>
        <p:nvSpPr>
          <p:cNvPr id="10" name="Shape 7"/>
          <p:cNvSpPr/>
          <p:nvPr/>
        </p:nvSpPr>
        <p:spPr>
          <a:xfrm>
            <a:off x="146304" y="749808"/>
            <a:ext cx="64008" cy="4192524"/>
          </a:xfrm>
          <a:prstGeom prst="rect">
            <a:avLst/>
          </a:prstGeom>
          <a:solidFill>
            <a:srgbClr val="F4A878"/>
          </a:solidFill>
          <a:ln w="12700">
            <a:solidFill>
              <a:srgbClr val="F4A878"/>
            </a:solidFill>
            <a:prstDash val="solid"/>
          </a:ln>
        </p:spPr>
        <p:txBody>
          <a:bodyPr/>
          <a:lstStyle/>
          <a:p>
            <a:endParaRPr lang="es-ES"/>
          </a:p>
        </p:txBody>
      </p:sp>
      <p:sp>
        <p:nvSpPr>
          <p:cNvPr id="11" name="Text 8"/>
          <p:cNvSpPr/>
          <p:nvPr/>
        </p:nvSpPr>
        <p:spPr>
          <a:xfrm>
            <a:off x="146304" y="804672"/>
            <a:ext cx="2633472" cy="640080"/>
          </a:xfrm>
          <a:prstGeom prst="rect">
            <a:avLst/>
          </a:prstGeom>
          <a:noFill/>
          <a:ln/>
        </p:spPr>
        <p:txBody>
          <a:bodyPr wrap="square" rtlCol="0" anchor="t"/>
          <a:lstStyle/>
          <a:p>
            <a:pPr marL="0" indent="0" algn="r">
              <a:buNone/>
            </a:pPr>
            <a:r>
              <a:rPr lang="en-US" sz="3800" b="1" dirty="0">
                <a:solidFill>
                  <a:srgbClr val="F4A878"/>
                </a:solidFill>
                <a:latin typeface="Arial Black" pitchFamily="34" charset="0"/>
                <a:ea typeface="Arial Black" pitchFamily="34" charset="-122"/>
                <a:cs typeface="Arial Black" pitchFamily="34" charset="-120"/>
              </a:rPr>
              <a:t>02</a:t>
            </a:r>
            <a:endParaRPr lang="en-US" sz="3800" dirty="0"/>
          </a:p>
        </p:txBody>
      </p:sp>
      <p:sp>
        <p:nvSpPr>
          <p:cNvPr id="12" name="Text 9"/>
          <p:cNvSpPr/>
          <p:nvPr/>
        </p:nvSpPr>
        <p:spPr>
          <a:xfrm>
            <a:off x="292608" y="877824"/>
            <a:ext cx="2231136" cy="402336"/>
          </a:xfrm>
          <a:prstGeom prst="rect">
            <a:avLst/>
          </a:prstGeom>
          <a:noFill/>
          <a:ln/>
        </p:spPr>
        <p:txBody>
          <a:bodyPr wrap="square" lIns="0" tIns="0" rIns="0" bIns="0" rtlCol="0" anchor="ctr"/>
          <a:lstStyle/>
          <a:p>
            <a:pPr marL="0" indent="0" algn="l">
              <a:buNone/>
            </a:pPr>
            <a:r>
              <a:rPr lang="en-US" sz="1350" b="1" dirty="0">
                <a:solidFill>
                  <a:srgbClr val="FFFFFF"/>
                </a:solidFill>
                <a:latin typeface="Arial Black" pitchFamily="34" charset="0"/>
                <a:ea typeface="Arial Black" pitchFamily="34" charset="-122"/>
                <a:cs typeface="Arial Black" pitchFamily="34" charset="-120"/>
              </a:rPr>
              <a:t>Salmo 119:101-104</a:t>
            </a:r>
            <a:endParaRPr lang="en-US" sz="1350" dirty="0"/>
          </a:p>
        </p:txBody>
      </p:sp>
      <p:sp>
        <p:nvSpPr>
          <p:cNvPr id="13" name="Shape 10"/>
          <p:cNvSpPr/>
          <p:nvPr/>
        </p:nvSpPr>
        <p:spPr>
          <a:xfrm>
            <a:off x="292608" y="1353312"/>
            <a:ext cx="2231136" cy="20117"/>
          </a:xfrm>
          <a:prstGeom prst="rect">
            <a:avLst/>
          </a:prstGeom>
          <a:solidFill>
            <a:srgbClr val="F4A878">
              <a:alpha val="55000"/>
            </a:srgbClr>
          </a:solidFill>
          <a:ln w="12700">
            <a:solidFill>
              <a:srgbClr val="F4A878"/>
            </a:solidFill>
            <a:prstDash val="solid"/>
          </a:ln>
        </p:spPr>
        <p:txBody>
          <a:bodyPr/>
          <a:lstStyle/>
          <a:p>
            <a:endParaRPr lang="es-ES"/>
          </a:p>
        </p:txBody>
      </p:sp>
      <p:sp>
        <p:nvSpPr>
          <p:cNvPr id="14" name="Text 11"/>
          <p:cNvSpPr/>
          <p:nvPr/>
        </p:nvSpPr>
        <p:spPr>
          <a:xfrm>
            <a:off x="292608" y="1444752"/>
            <a:ext cx="2395728" cy="804672"/>
          </a:xfrm>
          <a:prstGeom prst="rect">
            <a:avLst/>
          </a:prstGeom>
          <a:noFill/>
          <a:ln/>
        </p:spPr>
        <p:txBody>
          <a:bodyPr wrap="square" rtlCol="0" anchor="t"/>
          <a:lstStyle/>
          <a:p>
            <a:pPr marL="0" indent="0" algn="l">
              <a:buNone/>
            </a:pPr>
            <a:r>
              <a:rPr lang="en-US" sz="1500" b="1" dirty="0">
                <a:solidFill>
                  <a:srgbClr val="F4A878"/>
                </a:solidFill>
                <a:latin typeface="Trebuchet MS" pitchFamily="34" charset="0"/>
                <a:ea typeface="Trebuchet MS" pitchFamily="34" charset="-122"/>
                <a:cs typeface="Trebuchet MS" pitchFamily="34" charset="-120"/>
              </a:rPr>
              <a:t>La dulzura del encuentro con Dios</a:t>
            </a:r>
            <a:endParaRPr lang="en-US" sz="1500" dirty="0"/>
          </a:p>
        </p:txBody>
      </p:sp>
      <p:sp>
        <p:nvSpPr>
          <p:cNvPr id="15" name="Shape 12"/>
          <p:cNvSpPr/>
          <p:nvPr/>
        </p:nvSpPr>
        <p:spPr>
          <a:xfrm>
            <a:off x="292608" y="2322576"/>
            <a:ext cx="2231136" cy="20117"/>
          </a:xfrm>
          <a:prstGeom prst="rect">
            <a:avLst/>
          </a:prstGeom>
          <a:solidFill>
            <a:srgbClr val="FFFFFF">
              <a:alpha val="32000"/>
            </a:srgbClr>
          </a:solidFill>
          <a:ln w="12700">
            <a:solidFill>
              <a:srgbClr val="FFFFFF"/>
            </a:solidFill>
            <a:prstDash val="solid"/>
          </a:ln>
        </p:spPr>
        <p:txBody>
          <a:bodyPr/>
          <a:lstStyle/>
          <a:p>
            <a:endParaRPr lang="es-ES"/>
          </a:p>
        </p:txBody>
      </p:sp>
      <p:sp>
        <p:nvSpPr>
          <p:cNvPr id="16" name="Text 13"/>
          <p:cNvSpPr/>
          <p:nvPr/>
        </p:nvSpPr>
        <p:spPr>
          <a:xfrm>
            <a:off x="292608" y="2432304"/>
            <a:ext cx="2395728" cy="2400300"/>
          </a:xfrm>
          <a:prstGeom prst="rect">
            <a:avLst/>
          </a:prstGeom>
          <a:noFill/>
          <a:ln/>
        </p:spPr>
        <p:txBody>
          <a:bodyPr wrap="square" rtlCol="0" anchor="t"/>
          <a:lstStyle/>
          <a:p>
            <a:pPr marL="0" indent="0" algn="l">
              <a:buNone/>
            </a:pPr>
            <a:r>
              <a:rPr lang="en-US" sz="1100" i="1" dirty="0">
                <a:solidFill>
                  <a:srgbClr val="D8D8EE"/>
                </a:solidFill>
                <a:latin typeface="Calibri" pitchFamily="34" charset="0"/>
                <a:ea typeface="Calibri" pitchFamily="34" charset="-122"/>
                <a:cs typeface="Calibri" pitchFamily="34" charset="-120"/>
              </a:rPr>
              <a:t>¿Qué significa que la Palabra de Dios sea «más dulce que la miel», y cómo ese deleite personal se cultiva en la práctica cotidiana?</a:t>
            </a:r>
            <a:endParaRPr lang="en-US" sz="1100" dirty="0"/>
          </a:p>
        </p:txBody>
      </p:sp>
      <p:sp>
        <p:nvSpPr>
          <p:cNvPr id="17" name="Shape 14"/>
          <p:cNvSpPr/>
          <p:nvPr/>
        </p:nvSpPr>
        <p:spPr>
          <a:xfrm>
            <a:off x="2907792" y="749808"/>
            <a:ext cx="6089904" cy="2515514"/>
          </a:xfrm>
          <a:prstGeom prst="rect">
            <a:avLst/>
          </a:prstGeom>
          <a:solidFill>
            <a:srgbClr val="000000">
              <a:alpha val="58000"/>
            </a:srgbClr>
          </a:solidFill>
          <a:ln w="15240">
            <a:solidFill>
              <a:srgbClr val="C04010"/>
            </a:solidFill>
            <a:prstDash val="solid"/>
          </a:ln>
          <a:effectLst>
            <a:outerShdw blurRad="152400" dist="38100" dir="8100000" algn="bl" rotWithShape="0">
              <a:srgbClr val="000000">
                <a:alpha val="50000"/>
              </a:srgbClr>
            </a:outerShdw>
          </a:effectLst>
        </p:spPr>
        <p:txBody>
          <a:bodyPr/>
          <a:lstStyle/>
          <a:p>
            <a:endParaRPr lang="es-ES"/>
          </a:p>
        </p:txBody>
      </p:sp>
      <p:sp>
        <p:nvSpPr>
          <p:cNvPr id="18" name="Shape 15"/>
          <p:cNvSpPr/>
          <p:nvPr/>
        </p:nvSpPr>
        <p:spPr>
          <a:xfrm>
            <a:off x="2907792" y="749808"/>
            <a:ext cx="6089904" cy="310896"/>
          </a:xfrm>
          <a:prstGeom prst="rect">
            <a:avLst/>
          </a:prstGeom>
          <a:solidFill>
            <a:srgbClr val="8B2B00"/>
          </a:solidFill>
          <a:ln w="12700">
            <a:solidFill>
              <a:srgbClr val="8B2B00"/>
            </a:solidFill>
            <a:prstDash val="solid"/>
          </a:ln>
        </p:spPr>
        <p:txBody>
          <a:bodyPr/>
          <a:lstStyle/>
          <a:p>
            <a:endParaRPr lang="es-ES"/>
          </a:p>
        </p:txBody>
      </p:sp>
      <p:sp>
        <p:nvSpPr>
          <p:cNvPr id="19" name="Shape 16"/>
          <p:cNvSpPr/>
          <p:nvPr/>
        </p:nvSpPr>
        <p:spPr>
          <a:xfrm>
            <a:off x="2907792" y="749808"/>
            <a:ext cx="64008" cy="310896"/>
          </a:xfrm>
          <a:prstGeom prst="rect">
            <a:avLst/>
          </a:prstGeom>
          <a:solidFill>
            <a:srgbClr val="F4A878"/>
          </a:solidFill>
          <a:ln w="12700">
            <a:solidFill>
              <a:srgbClr val="F4A878"/>
            </a:solidFill>
            <a:prstDash val="solid"/>
          </a:ln>
        </p:spPr>
        <p:txBody>
          <a:bodyPr/>
          <a:lstStyle/>
          <a:p>
            <a:endParaRPr lang="es-ES"/>
          </a:p>
        </p:txBody>
      </p:sp>
      <p:sp>
        <p:nvSpPr>
          <p:cNvPr id="20" name="Text 17"/>
          <p:cNvSpPr/>
          <p:nvPr/>
        </p:nvSpPr>
        <p:spPr>
          <a:xfrm>
            <a:off x="3035808" y="749808"/>
            <a:ext cx="5907024" cy="310896"/>
          </a:xfrm>
          <a:prstGeom prst="rect">
            <a:avLst/>
          </a:prstGeom>
          <a:noFill/>
          <a:ln/>
        </p:spPr>
        <p:txBody>
          <a:bodyPr wrap="square" lIns="0" tIns="0" rIns="0" bIns="0" rtlCol="0" anchor="ctr"/>
          <a:lstStyle/>
          <a:p>
            <a:pPr marL="0" indent="0" algn="l">
              <a:buNone/>
            </a:pPr>
            <a:r>
              <a:rPr lang="en-US" sz="950" b="1" kern="0" spc="200" dirty="0">
                <a:solidFill>
                  <a:srgbClr val="FFFFFF"/>
                </a:solidFill>
                <a:latin typeface="Trebuchet MS" pitchFamily="34" charset="0"/>
                <a:ea typeface="Trebuchet MS" pitchFamily="34" charset="-122"/>
                <a:cs typeface="Trebuchet MS" pitchFamily="34" charset="-120"/>
              </a:rPr>
              <a:t>IDEAS PRINCIPALES</a:t>
            </a:r>
            <a:endParaRPr lang="en-US" sz="950" dirty="0"/>
          </a:p>
        </p:txBody>
      </p:sp>
      <p:sp>
        <p:nvSpPr>
          <p:cNvPr id="21" name="Shape 18"/>
          <p:cNvSpPr/>
          <p:nvPr/>
        </p:nvSpPr>
        <p:spPr>
          <a:xfrm>
            <a:off x="3054096" y="1409852"/>
            <a:ext cx="128016" cy="128016"/>
          </a:xfrm>
          <a:prstGeom prst="line">
            <a:avLst/>
          </a:prstGeom>
          <a:solidFill>
            <a:srgbClr val="F4A878"/>
          </a:solidFill>
          <a:ln w="12700">
            <a:solidFill>
              <a:srgbClr val="F4A878"/>
            </a:solidFill>
            <a:prstDash val="solid"/>
          </a:ln>
        </p:spPr>
        <p:txBody>
          <a:bodyPr/>
          <a:lstStyle/>
          <a:p>
            <a:endParaRPr lang="es-ES"/>
          </a:p>
        </p:txBody>
      </p:sp>
      <p:sp>
        <p:nvSpPr>
          <p:cNvPr id="22" name="Text 19"/>
          <p:cNvSpPr/>
          <p:nvPr/>
        </p:nvSpPr>
        <p:spPr>
          <a:xfrm>
            <a:off x="3255264" y="1115568"/>
            <a:ext cx="5614416" cy="716585"/>
          </a:xfrm>
          <a:prstGeom prst="rect">
            <a:avLst/>
          </a:prstGeom>
          <a:noFill/>
          <a:ln/>
        </p:spPr>
        <p:txBody>
          <a:bodyPr wrap="square" rtlCol="0" anchor="ctr"/>
          <a:lstStyle/>
          <a:p>
            <a:pPr marL="0" indent="0" algn="l">
              <a:buNone/>
            </a:pPr>
            <a:r>
              <a:rPr lang="en-US" sz="1200" dirty="0">
                <a:solidFill>
                  <a:srgbClr val="EEEEFF"/>
                </a:solidFill>
                <a:latin typeface="Calibri" pitchFamily="34" charset="0"/>
                <a:ea typeface="Calibri" pitchFamily="34" charset="-122"/>
                <a:cs typeface="Calibri" pitchFamily="34" charset="-120"/>
              </a:rPr>
              <a:t>El salmista evita el mal camino para guardar la Palabra, y la Palabra lo llena de entendimiento: obediencia y comprensión se alimentan mutuamente. (Sal. 119:101-102; Juan 7:17)</a:t>
            </a:r>
            <a:endParaRPr lang="en-US" sz="1200" dirty="0"/>
          </a:p>
        </p:txBody>
      </p:sp>
      <p:sp>
        <p:nvSpPr>
          <p:cNvPr id="23" name="Shape 20"/>
          <p:cNvSpPr/>
          <p:nvPr/>
        </p:nvSpPr>
        <p:spPr>
          <a:xfrm>
            <a:off x="3035808" y="1823009"/>
            <a:ext cx="5833872" cy="16459"/>
          </a:xfrm>
          <a:prstGeom prst="rect">
            <a:avLst/>
          </a:prstGeom>
          <a:solidFill>
            <a:srgbClr val="FFFFFF">
              <a:alpha val="18000"/>
            </a:srgbClr>
          </a:solidFill>
          <a:ln w="12700">
            <a:solidFill>
              <a:srgbClr val="FFFFFF"/>
            </a:solidFill>
            <a:prstDash val="solid"/>
          </a:ln>
        </p:spPr>
        <p:txBody>
          <a:bodyPr/>
          <a:lstStyle/>
          <a:p>
            <a:endParaRPr lang="es-ES"/>
          </a:p>
        </p:txBody>
      </p:sp>
      <p:sp>
        <p:nvSpPr>
          <p:cNvPr id="24" name="Shape 21"/>
          <p:cNvSpPr/>
          <p:nvPr/>
        </p:nvSpPr>
        <p:spPr>
          <a:xfrm>
            <a:off x="3054096" y="2126437"/>
            <a:ext cx="128016" cy="128016"/>
          </a:xfrm>
          <a:prstGeom prst="line">
            <a:avLst/>
          </a:prstGeom>
          <a:solidFill>
            <a:srgbClr val="F4A878"/>
          </a:solidFill>
          <a:ln w="12700">
            <a:solidFill>
              <a:srgbClr val="F4A878"/>
            </a:solidFill>
            <a:prstDash val="solid"/>
          </a:ln>
        </p:spPr>
        <p:txBody>
          <a:bodyPr/>
          <a:lstStyle/>
          <a:p>
            <a:endParaRPr lang="es-ES"/>
          </a:p>
        </p:txBody>
      </p:sp>
      <p:sp>
        <p:nvSpPr>
          <p:cNvPr id="25" name="Text 22"/>
          <p:cNvSpPr/>
          <p:nvPr/>
        </p:nvSpPr>
        <p:spPr>
          <a:xfrm>
            <a:off x="3255264" y="1832153"/>
            <a:ext cx="5614416" cy="716585"/>
          </a:xfrm>
          <a:prstGeom prst="rect">
            <a:avLst/>
          </a:prstGeom>
          <a:noFill/>
          <a:ln/>
        </p:spPr>
        <p:txBody>
          <a:bodyPr wrap="square" rtlCol="0" anchor="ctr"/>
          <a:lstStyle/>
          <a:p>
            <a:pPr marL="0" indent="0" algn="l">
              <a:buNone/>
            </a:pPr>
            <a:r>
              <a:rPr lang="en-US" sz="1200" dirty="0">
                <a:solidFill>
                  <a:srgbClr val="EEEEFF"/>
                </a:solidFill>
                <a:latin typeface="Calibri" pitchFamily="34" charset="0"/>
                <a:ea typeface="Calibri" pitchFamily="34" charset="-122"/>
                <a:cs typeface="Calibri" pitchFamily="34" charset="-120"/>
              </a:rPr>
              <a:t>«Tu promesa es más dulce a mi paladar que la miel»: deleite real, no cumplimiento religioso. (Sal. 119:103; Prov. 8:17)</a:t>
            </a:r>
            <a:endParaRPr lang="en-US" sz="1200" dirty="0"/>
          </a:p>
        </p:txBody>
      </p:sp>
      <p:sp>
        <p:nvSpPr>
          <p:cNvPr id="26" name="Shape 23"/>
          <p:cNvSpPr/>
          <p:nvPr/>
        </p:nvSpPr>
        <p:spPr>
          <a:xfrm>
            <a:off x="3035808" y="2539594"/>
            <a:ext cx="5833872" cy="16459"/>
          </a:xfrm>
          <a:prstGeom prst="rect">
            <a:avLst/>
          </a:prstGeom>
          <a:solidFill>
            <a:srgbClr val="FFFFFF">
              <a:alpha val="18000"/>
            </a:srgbClr>
          </a:solidFill>
          <a:ln w="12700">
            <a:solidFill>
              <a:srgbClr val="FFFFFF"/>
            </a:solidFill>
            <a:prstDash val="solid"/>
          </a:ln>
        </p:spPr>
        <p:txBody>
          <a:bodyPr/>
          <a:lstStyle/>
          <a:p>
            <a:endParaRPr lang="es-ES"/>
          </a:p>
        </p:txBody>
      </p:sp>
      <p:sp>
        <p:nvSpPr>
          <p:cNvPr id="27" name="Shape 24"/>
          <p:cNvSpPr/>
          <p:nvPr/>
        </p:nvSpPr>
        <p:spPr>
          <a:xfrm>
            <a:off x="3054096" y="2843022"/>
            <a:ext cx="128016" cy="128016"/>
          </a:xfrm>
          <a:prstGeom prst="line">
            <a:avLst/>
          </a:prstGeom>
          <a:solidFill>
            <a:srgbClr val="F4A878"/>
          </a:solidFill>
          <a:ln w="12700">
            <a:solidFill>
              <a:srgbClr val="F4A878"/>
            </a:solidFill>
            <a:prstDash val="solid"/>
          </a:ln>
        </p:spPr>
        <p:txBody>
          <a:bodyPr/>
          <a:lstStyle/>
          <a:p>
            <a:endParaRPr lang="es-ES"/>
          </a:p>
        </p:txBody>
      </p:sp>
      <p:sp>
        <p:nvSpPr>
          <p:cNvPr id="28" name="Text 25"/>
          <p:cNvSpPr/>
          <p:nvPr/>
        </p:nvSpPr>
        <p:spPr>
          <a:xfrm>
            <a:off x="3255264" y="2548738"/>
            <a:ext cx="5614416" cy="716585"/>
          </a:xfrm>
          <a:prstGeom prst="rect">
            <a:avLst/>
          </a:prstGeom>
          <a:noFill/>
          <a:ln/>
        </p:spPr>
        <p:txBody>
          <a:bodyPr wrap="square" rtlCol="0" anchor="ctr"/>
          <a:lstStyle/>
          <a:p>
            <a:pPr marL="0" indent="0" algn="l">
              <a:buNone/>
            </a:pPr>
            <a:r>
              <a:rPr lang="en-US" sz="1200" dirty="0">
                <a:solidFill>
                  <a:srgbClr val="EEEEFF"/>
                </a:solidFill>
                <a:latin typeface="Calibri" pitchFamily="34" charset="0"/>
                <a:ea typeface="Calibri" pitchFamily="34" charset="-122"/>
                <a:cs typeface="Calibri" pitchFamily="34" charset="-120"/>
              </a:rPr>
              <a:t>Jesús se retiraba temprano a orar y estudiar, no por obligación: era donde él encontraba la vida. (Luc. 10:39-42; Mar. 1:35)</a:t>
            </a:r>
            <a:endParaRPr lang="en-US" sz="1200" dirty="0"/>
          </a:p>
        </p:txBody>
      </p:sp>
      <p:sp>
        <p:nvSpPr>
          <p:cNvPr id="29" name="Shape 26"/>
          <p:cNvSpPr/>
          <p:nvPr/>
        </p:nvSpPr>
        <p:spPr>
          <a:xfrm>
            <a:off x="2907792" y="3516874"/>
            <a:ext cx="6089904" cy="1425458"/>
          </a:xfrm>
          <a:prstGeom prst="rect">
            <a:avLst/>
          </a:prstGeom>
          <a:solidFill>
            <a:srgbClr val="8B2B00">
              <a:alpha val="75000"/>
            </a:srgbClr>
          </a:solidFill>
          <a:ln w="12700">
            <a:solidFill>
              <a:srgbClr val="C04010"/>
            </a:solidFill>
            <a:prstDash val="solid"/>
          </a:ln>
          <a:effectLst>
            <a:outerShdw blurRad="152400" dist="38100" dir="8100000" algn="bl" rotWithShape="0">
              <a:srgbClr val="000000">
                <a:alpha val="50000"/>
              </a:srgbClr>
            </a:outerShdw>
          </a:effectLst>
        </p:spPr>
        <p:txBody>
          <a:bodyPr/>
          <a:lstStyle/>
          <a:p>
            <a:endParaRPr lang="es-ES"/>
          </a:p>
        </p:txBody>
      </p:sp>
      <p:sp>
        <p:nvSpPr>
          <p:cNvPr id="30" name="Shape 27"/>
          <p:cNvSpPr/>
          <p:nvPr/>
        </p:nvSpPr>
        <p:spPr>
          <a:xfrm>
            <a:off x="2907792" y="3516874"/>
            <a:ext cx="6089904" cy="274320"/>
          </a:xfrm>
          <a:prstGeom prst="rect">
            <a:avLst/>
          </a:prstGeom>
          <a:solidFill>
            <a:srgbClr val="000000">
              <a:alpha val="52000"/>
            </a:srgbClr>
          </a:solidFill>
          <a:ln w="12700">
            <a:solidFill>
              <a:srgbClr val="000000"/>
            </a:solidFill>
            <a:prstDash val="solid"/>
          </a:ln>
        </p:spPr>
        <p:txBody>
          <a:bodyPr/>
          <a:lstStyle/>
          <a:p>
            <a:endParaRPr lang="es-ES"/>
          </a:p>
        </p:txBody>
      </p:sp>
      <p:sp>
        <p:nvSpPr>
          <p:cNvPr id="31" name="Text 28"/>
          <p:cNvSpPr/>
          <p:nvPr/>
        </p:nvSpPr>
        <p:spPr>
          <a:xfrm>
            <a:off x="3017520" y="3516874"/>
            <a:ext cx="5925312" cy="274320"/>
          </a:xfrm>
          <a:prstGeom prst="rect">
            <a:avLst/>
          </a:prstGeom>
          <a:noFill/>
          <a:ln/>
        </p:spPr>
        <p:txBody>
          <a:bodyPr wrap="square" lIns="0" tIns="0" rIns="0" bIns="0" rtlCol="0" anchor="ctr"/>
          <a:lstStyle/>
          <a:p>
            <a:pPr marL="0" indent="0" algn="l">
              <a:buNone/>
            </a:pPr>
            <a:r>
              <a:rPr lang="en-US" sz="900" b="1" kern="0" spc="100" dirty="0">
                <a:solidFill>
                  <a:srgbClr val="F4A878"/>
                </a:solidFill>
                <a:latin typeface="Trebuchet MS" pitchFamily="34" charset="0"/>
                <a:ea typeface="Trebuchet MS" pitchFamily="34" charset="-122"/>
                <a:cs typeface="Trebuchet MS" pitchFamily="34" charset="-120"/>
              </a:rPr>
              <a:t>💡  ILUSTRACIÓN</a:t>
            </a:r>
            <a:endParaRPr lang="en-US" sz="900" dirty="0"/>
          </a:p>
        </p:txBody>
      </p:sp>
      <p:sp>
        <p:nvSpPr>
          <p:cNvPr id="32" name="Text 29"/>
          <p:cNvSpPr/>
          <p:nvPr/>
        </p:nvSpPr>
        <p:spPr>
          <a:xfrm>
            <a:off x="3054096" y="3809482"/>
            <a:ext cx="5833872" cy="1077986"/>
          </a:xfrm>
          <a:prstGeom prst="rect">
            <a:avLst/>
          </a:prstGeom>
          <a:noFill/>
          <a:ln/>
        </p:spPr>
        <p:txBody>
          <a:bodyPr wrap="square" rtlCol="0" anchor="t"/>
          <a:lstStyle/>
          <a:p>
            <a:pPr marL="0" indent="0" algn="l">
              <a:buNone/>
            </a:pPr>
            <a:r>
              <a:rPr lang="en-US" sz="1100" i="1" dirty="0">
                <a:solidFill>
                  <a:srgbClr val="D8D8E8"/>
                </a:solidFill>
                <a:latin typeface="Calibri" pitchFamily="34" charset="0"/>
                <a:ea typeface="Calibri" pitchFamily="34" charset="-122"/>
                <a:cs typeface="Calibri" pitchFamily="34" charset="-120"/>
              </a:rPr>
              <a:t>El desayuno que uno come de pie con prisa no sacia igual que el que se disfruta sentado con calma. Una lectura de 3 minutos y una hora de estudio pausado producen experiencias completamente diferentes.</a:t>
            </a:r>
            <a:endParaRPr lang="en-US" sz="1100" dirty="0"/>
          </a:p>
        </p:txBody>
      </p:sp>
      <p:sp>
        <p:nvSpPr>
          <p:cNvPr id="33" name="Text 30"/>
          <p:cNvSpPr/>
          <p:nvPr/>
        </p:nvSpPr>
        <p:spPr>
          <a:xfrm>
            <a:off x="0" y="4960620"/>
            <a:ext cx="9144000" cy="164592"/>
          </a:xfrm>
          <a:prstGeom prst="rect">
            <a:avLst/>
          </a:prstGeom>
          <a:noFill/>
          <a:ln/>
        </p:spPr>
        <p:txBody>
          <a:bodyPr wrap="square" lIns="0" tIns="0" rIns="0" bIns="0" rtlCol="0" anchor="ctr"/>
          <a:lstStyle/>
          <a:p>
            <a:pPr marL="0" indent="0" algn="ctr">
              <a:buNone/>
            </a:pPr>
            <a:r>
              <a:rPr lang="en-US" sz="700" i="1" dirty="0">
                <a:solidFill>
                  <a:srgbClr val="777799"/>
                </a:solidFill>
                <a:latin typeface="Calibri" pitchFamily="34" charset="0"/>
                <a:ea typeface="Calibri" pitchFamily="34" charset="-122"/>
                <a:cs typeface="Calibri" pitchFamily="34" charset="-120"/>
              </a:rPr>
              <a:t>Dr. Tito Goicochea M.  ·  NEED - DSA  ·  II Trimestre 2026</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00000">
              <a:alpha val="46000"/>
            </a:srgbClr>
          </a:solidFill>
          <a:ln w="12700">
            <a:solidFill>
              <a:srgbClr val="000000"/>
            </a:solidFill>
            <a:prstDash val="solid"/>
          </a:ln>
        </p:spPr>
        <p:txBody>
          <a:bodyPr/>
          <a:lstStyle/>
          <a:p>
            <a:endParaRPr lang="es-ES"/>
          </a:p>
        </p:txBody>
      </p:sp>
      <p:sp>
        <p:nvSpPr>
          <p:cNvPr id="4" name="Shape 1"/>
          <p:cNvSpPr/>
          <p:nvPr/>
        </p:nvSpPr>
        <p:spPr>
          <a:xfrm>
            <a:off x="0" y="0"/>
            <a:ext cx="54864" cy="676656"/>
          </a:xfrm>
          <a:prstGeom prst="rect">
            <a:avLst/>
          </a:prstGeom>
          <a:solidFill>
            <a:srgbClr val="0E4A8C"/>
          </a:solidFill>
          <a:ln w="12700">
            <a:solidFill>
              <a:srgbClr val="0E4A8C"/>
            </a:solidFill>
            <a:prstDash val="solid"/>
          </a:ln>
        </p:spPr>
        <p:txBody>
          <a:bodyPr/>
          <a:lstStyle/>
          <a:p>
            <a:endParaRPr lang="es-ES"/>
          </a:p>
        </p:txBody>
      </p:sp>
      <p:sp>
        <p:nvSpPr>
          <p:cNvPr id="5" name="Shape 2"/>
          <p:cNvSpPr/>
          <p:nvPr/>
        </p:nvSpPr>
        <p:spPr>
          <a:xfrm>
            <a:off x="128016" y="18288"/>
            <a:ext cx="9144000" cy="640080"/>
          </a:xfrm>
          <a:prstGeom prst="rect">
            <a:avLst/>
          </a:prstGeom>
          <a:solidFill>
            <a:srgbClr val="000000">
              <a:alpha val="65000"/>
            </a:srgbClr>
          </a:solidFill>
          <a:ln w="12700">
            <a:solidFill>
              <a:srgbClr val="000000"/>
            </a:solidFill>
            <a:prstDash val="solid"/>
          </a:ln>
        </p:spPr>
        <p:txBody>
          <a:bodyPr/>
          <a:lstStyle/>
          <a:p>
            <a:endParaRPr lang="es-ES"/>
          </a:p>
        </p:txBody>
      </p:sp>
      <p:sp>
        <p:nvSpPr>
          <p:cNvPr id="6" name="Shape 3"/>
          <p:cNvSpPr/>
          <p:nvPr/>
        </p:nvSpPr>
        <p:spPr>
          <a:xfrm>
            <a:off x="182880" y="64008"/>
            <a:ext cx="566928" cy="548640"/>
          </a:xfrm>
          <a:prstGeom prst="rect">
            <a:avLst/>
          </a:prstGeom>
          <a:solidFill>
            <a:srgbClr val="0E4A8C"/>
          </a:solidFill>
          <a:ln w="12700">
            <a:solidFill>
              <a:srgbClr val="0E4A8C"/>
            </a:solidFill>
            <a:prstDash val="solid"/>
          </a:ln>
        </p:spPr>
        <p:txBody>
          <a:bodyPr/>
          <a:lstStyle/>
          <a:p>
            <a:endParaRPr lang="es-ES"/>
          </a:p>
        </p:txBody>
      </p:sp>
      <p:sp>
        <p:nvSpPr>
          <p:cNvPr id="7" name="Text 4"/>
          <p:cNvSpPr/>
          <p:nvPr/>
        </p:nvSpPr>
        <p:spPr>
          <a:xfrm>
            <a:off x="182880" y="64008"/>
            <a:ext cx="566928"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Black" pitchFamily="34" charset="0"/>
                <a:ea typeface="Arial Black" pitchFamily="34" charset="-122"/>
                <a:cs typeface="Arial Black" pitchFamily="34" charset="-120"/>
              </a:rPr>
              <a:t>2</a:t>
            </a:r>
            <a:endParaRPr lang="en-US" sz="2200" dirty="0"/>
          </a:p>
        </p:txBody>
      </p:sp>
      <p:sp>
        <p:nvSpPr>
          <p:cNvPr id="8" name="Text 5"/>
          <p:cNvSpPr/>
          <p:nvPr/>
        </p:nvSpPr>
        <p:spPr>
          <a:xfrm>
            <a:off x="877824" y="118872"/>
            <a:ext cx="8138160" cy="438912"/>
          </a:xfrm>
          <a:prstGeom prst="rect">
            <a:avLst/>
          </a:prstGeom>
          <a:noFill/>
          <a:ln/>
        </p:spPr>
        <p:txBody>
          <a:bodyPr wrap="square" lIns="0" tIns="0" rIns="0" bIns="0" rtlCol="0" anchor="ctr"/>
          <a:lstStyle/>
          <a:p>
            <a:pPr marL="0" indent="0" algn="l">
              <a:buNone/>
            </a:pPr>
            <a:r>
              <a:rPr lang="en-US" sz="1600" b="1" dirty="0">
                <a:solidFill>
                  <a:srgbClr val="A0C8FF"/>
                </a:solidFill>
                <a:latin typeface="Trebuchet MS" pitchFamily="34" charset="0"/>
                <a:ea typeface="Trebuchet MS" pitchFamily="34" charset="-122"/>
                <a:cs typeface="Trebuchet MS" pitchFamily="34" charset="-120"/>
              </a:rPr>
              <a:t>FASE 2  ·  EXPLORA  —  Tópico 3 de 3</a:t>
            </a:r>
            <a:endParaRPr lang="en-US" sz="1600" dirty="0"/>
          </a:p>
        </p:txBody>
      </p:sp>
      <p:sp>
        <p:nvSpPr>
          <p:cNvPr id="9" name="Shape 6"/>
          <p:cNvSpPr/>
          <p:nvPr/>
        </p:nvSpPr>
        <p:spPr>
          <a:xfrm>
            <a:off x="146304" y="749808"/>
            <a:ext cx="2633472" cy="4192524"/>
          </a:xfrm>
          <a:prstGeom prst="rect">
            <a:avLst/>
          </a:prstGeom>
          <a:solidFill>
            <a:srgbClr val="1A4A8C">
              <a:alpha val="90000"/>
            </a:srgbClr>
          </a:solidFill>
          <a:ln w="25400">
            <a:solidFill>
              <a:srgbClr val="2A6ACC"/>
            </a:solidFill>
            <a:prstDash val="solid"/>
          </a:ln>
          <a:effectLst>
            <a:outerShdw blurRad="152400" dist="38100" dir="8100000" algn="bl" rotWithShape="0">
              <a:srgbClr val="000000">
                <a:alpha val="50000"/>
              </a:srgbClr>
            </a:outerShdw>
          </a:effectLst>
        </p:spPr>
        <p:txBody>
          <a:bodyPr/>
          <a:lstStyle/>
          <a:p>
            <a:endParaRPr lang="es-ES"/>
          </a:p>
        </p:txBody>
      </p:sp>
      <p:sp>
        <p:nvSpPr>
          <p:cNvPr id="10" name="Shape 7"/>
          <p:cNvSpPr/>
          <p:nvPr/>
        </p:nvSpPr>
        <p:spPr>
          <a:xfrm>
            <a:off x="146304" y="749808"/>
            <a:ext cx="64008" cy="4192524"/>
          </a:xfrm>
          <a:prstGeom prst="rect">
            <a:avLst/>
          </a:prstGeom>
          <a:solidFill>
            <a:srgbClr val="88C0F8"/>
          </a:solidFill>
          <a:ln w="12700">
            <a:solidFill>
              <a:srgbClr val="88C0F8"/>
            </a:solidFill>
            <a:prstDash val="solid"/>
          </a:ln>
        </p:spPr>
        <p:txBody>
          <a:bodyPr/>
          <a:lstStyle/>
          <a:p>
            <a:endParaRPr lang="es-ES"/>
          </a:p>
        </p:txBody>
      </p:sp>
      <p:sp>
        <p:nvSpPr>
          <p:cNvPr id="11" name="Text 8"/>
          <p:cNvSpPr/>
          <p:nvPr/>
        </p:nvSpPr>
        <p:spPr>
          <a:xfrm>
            <a:off x="146304" y="804672"/>
            <a:ext cx="2633472" cy="640080"/>
          </a:xfrm>
          <a:prstGeom prst="rect">
            <a:avLst/>
          </a:prstGeom>
          <a:noFill/>
          <a:ln/>
        </p:spPr>
        <p:txBody>
          <a:bodyPr wrap="square" rtlCol="0" anchor="t"/>
          <a:lstStyle/>
          <a:p>
            <a:pPr marL="0" indent="0" algn="r">
              <a:buNone/>
            </a:pPr>
            <a:r>
              <a:rPr lang="en-US" sz="3800" b="1" dirty="0">
                <a:solidFill>
                  <a:srgbClr val="88C0F8"/>
                </a:solidFill>
                <a:latin typeface="Arial Black" pitchFamily="34" charset="0"/>
                <a:ea typeface="Arial Black" pitchFamily="34" charset="-122"/>
                <a:cs typeface="Arial Black" pitchFamily="34" charset="-120"/>
              </a:rPr>
              <a:t>03</a:t>
            </a:r>
            <a:endParaRPr lang="en-US" sz="3800" dirty="0"/>
          </a:p>
        </p:txBody>
      </p:sp>
      <p:sp>
        <p:nvSpPr>
          <p:cNvPr id="12" name="Text 9"/>
          <p:cNvSpPr/>
          <p:nvPr/>
        </p:nvSpPr>
        <p:spPr>
          <a:xfrm>
            <a:off x="292608" y="877824"/>
            <a:ext cx="2231136" cy="402336"/>
          </a:xfrm>
          <a:prstGeom prst="rect">
            <a:avLst/>
          </a:prstGeom>
          <a:noFill/>
          <a:ln/>
        </p:spPr>
        <p:txBody>
          <a:bodyPr wrap="square" lIns="0" tIns="0" rIns="0" bIns="0" rtlCol="0" anchor="ctr"/>
          <a:lstStyle/>
          <a:p>
            <a:pPr marL="0" indent="0" algn="l">
              <a:buNone/>
            </a:pPr>
            <a:r>
              <a:rPr lang="en-US" sz="1350" b="1" dirty="0">
                <a:solidFill>
                  <a:srgbClr val="FFFFFF"/>
                </a:solidFill>
                <a:latin typeface="Arial Black" pitchFamily="34" charset="0"/>
                <a:ea typeface="Arial Black" pitchFamily="34" charset="-122"/>
                <a:cs typeface="Arial Black" pitchFamily="34" charset="-120"/>
              </a:rPr>
              <a:t>Salmo 119:105-112</a:t>
            </a:r>
            <a:endParaRPr lang="en-US" sz="1350" dirty="0"/>
          </a:p>
        </p:txBody>
      </p:sp>
      <p:sp>
        <p:nvSpPr>
          <p:cNvPr id="13" name="Shape 10"/>
          <p:cNvSpPr/>
          <p:nvPr/>
        </p:nvSpPr>
        <p:spPr>
          <a:xfrm>
            <a:off x="292608" y="1353312"/>
            <a:ext cx="2231136" cy="20117"/>
          </a:xfrm>
          <a:prstGeom prst="rect">
            <a:avLst/>
          </a:prstGeom>
          <a:solidFill>
            <a:srgbClr val="88C0F8">
              <a:alpha val="55000"/>
            </a:srgbClr>
          </a:solidFill>
          <a:ln w="12700">
            <a:solidFill>
              <a:srgbClr val="88C0F8"/>
            </a:solidFill>
            <a:prstDash val="solid"/>
          </a:ln>
        </p:spPr>
        <p:txBody>
          <a:bodyPr/>
          <a:lstStyle/>
          <a:p>
            <a:endParaRPr lang="es-ES"/>
          </a:p>
        </p:txBody>
      </p:sp>
      <p:sp>
        <p:nvSpPr>
          <p:cNvPr id="14" name="Text 11"/>
          <p:cNvSpPr/>
          <p:nvPr/>
        </p:nvSpPr>
        <p:spPr>
          <a:xfrm>
            <a:off x="292608" y="1444752"/>
            <a:ext cx="2395728" cy="804672"/>
          </a:xfrm>
          <a:prstGeom prst="rect">
            <a:avLst/>
          </a:prstGeom>
          <a:noFill/>
          <a:ln/>
        </p:spPr>
        <p:txBody>
          <a:bodyPr wrap="square" rtlCol="0" anchor="t"/>
          <a:lstStyle/>
          <a:p>
            <a:pPr marL="0" indent="0" algn="l">
              <a:buNone/>
            </a:pPr>
            <a:r>
              <a:rPr lang="en-US" sz="1500" b="1" dirty="0">
                <a:solidFill>
                  <a:srgbClr val="88C0F8"/>
                </a:solidFill>
                <a:latin typeface="Trebuchet MS" pitchFamily="34" charset="0"/>
                <a:ea typeface="Trebuchet MS" pitchFamily="34" charset="-122"/>
                <a:cs typeface="Trebuchet MS" pitchFamily="34" charset="-120"/>
              </a:rPr>
              <a:t>La lámpara que alumbra el camino</a:t>
            </a:r>
            <a:endParaRPr lang="en-US" sz="1500" dirty="0"/>
          </a:p>
        </p:txBody>
      </p:sp>
      <p:sp>
        <p:nvSpPr>
          <p:cNvPr id="15" name="Shape 12"/>
          <p:cNvSpPr/>
          <p:nvPr/>
        </p:nvSpPr>
        <p:spPr>
          <a:xfrm>
            <a:off x="292608" y="2322576"/>
            <a:ext cx="2231136" cy="20117"/>
          </a:xfrm>
          <a:prstGeom prst="rect">
            <a:avLst/>
          </a:prstGeom>
          <a:solidFill>
            <a:srgbClr val="FFFFFF">
              <a:alpha val="32000"/>
            </a:srgbClr>
          </a:solidFill>
          <a:ln w="12700">
            <a:solidFill>
              <a:srgbClr val="FFFFFF"/>
            </a:solidFill>
            <a:prstDash val="solid"/>
          </a:ln>
        </p:spPr>
        <p:txBody>
          <a:bodyPr/>
          <a:lstStyle/>
          <a:p>
            <a:endParaRPr lang="es-ES"/>
          </a:p>
        </p:txBody>
      </p:sp>
      <p:sp>
        <p:nvSpPr>
          <p:cNvPr id="16" name="Text 13"/>
          <p:cNvSpPr/>
          <p:nvPr/>
        </p:nvSpPr>
        <p:spPr>
          <a:xfrm>
            <a:off x="292608" y="2432304"/>
            <a:ext cx="2395728" cy="2400300"/>
          </a:xfrm>
          <a:prstGeom prst="rect">
            <a:avLst/>
          </a:prstGeom>
          <a:noFill/>
          <a:ln/>
        </p:spPr>
        <p:txBody>
          <a:bodyPr wrap="square" rtlCol="0" anchor="t"/>
          <a:lstStyle/>
          <a:p>
            <a:pPr marL="0" indent="0" algn="l">
              <a:buNone/>
            </a:pPr>
            <a:r>
              <a:rPr lang="en-US" sz="1100" i="1" dirty="0">
                <a:solidFill>
                  <a:srgbClr val="D8D8EE"/>
                </a:solidFill>
                <a:latin typeface="Calibri" pitchFamily="34" charset="0"/>
                <a:ea typeface="Calibri" pitchFamily="34" charset="-122"/>
                <a:cs typeface="Calibri" pitchFamily="34" charset="-120"/>
              </a:rPr>
              <a:t>¿Cómo la Palabra de Dios funciona como lámpara en la oscuridad de las decisiones diarias, y qué actitud del corazón hace posible esa guía?</a:t>
            </a:r>
            <a:endParaRPr lang="en-US" sz="1100" dirty="0"/>
          </a:p>
        </p:txBody>
      </p:sp>
      <p:sp>
        <p:nvSpPr>
          <p:cNvPr id="17" name="Shape 14"/>
          <p:cNvSpPr/>
          <p:nvPr/>
        </p:nvSpPr>
        <p:spPr>
          <a:xfrm>
            <a:off x="2907792" y="749808"/>
            <a:ext cx="6089904" cy="2515514"/>
          </a:xfrm>
          <a:prstGeom prst="rect">
            <a:avLst/>
          </a:prstGeom>
          <a:solidFill>
            <a:srgbClr val="000000">
              <a:alpha val="58000"/>
            </a:srgbClr>
          </a:solidFill>
          <a:ln w="15240">
            <a:solidFill>
              <a:srgbClr val="2A6ACC"/>
            </a:solidFill>
            <a:prstDash val="solid"/>
          </a:ln>
          <a:effectLst>
            <a:outerShdw blurRad="152400" dist="38100" dir="8100000" algn="bl" rotWithShape="0">
              <a:srgbClr val="000000">
                <a:alpha val="50000"/>
              </a:srgbClr>
            </a:outerShdw>
          </a:effectLst>
        </p:spPr>
        <p:txBody>
          <a:bodyPr/>
          <a:lstStyle/>
          <a:p>
            <a:endParaRPr lang="es-ES"/>
          </a:p>
        </p:txBody>
      </p:sp>
      <p:sp>
        <p:nvSpPr>
          <p:cNvPr id="18" name="Shape 15"/>
          <p:cNvSpPr/>
          <p:nvPr/>
        </p:nvSpPr>
        <p:spPr>
          <a:xfrm>
            <a:off x="2907792" y="749808"/>
            <a:ext cx="6089904" cy="310896"/>
          </a:xfrm>
          <a:prstGeom prst="rect">
            <a:avLst/>
          </a:prstGeom>
          <a:solidFill>
            <a:srgbClr val="1A4A8C"/>
          </a:solidFill>
          <a:ln w="12700">
            <a:solidFill>
              <a:srgbClr val="1A4A8C"/>
            </a:solidFill>
            <a:prstDash val="solid"/>
          </a:ln>
        </p:spPr>
        <p:txBody>
          <a:bodyPr/>
          <a:lstStyle/>
          <a:p>
            <a:endParaRPr lang="es-ES"/>
          </a:p>
        </p:txBody>
      </p:sp>
      <p:sp>
        <p:nvSpPr>
          <p:cNvPr id="19" name="Shape 16"/>
          <p:cNvSpPr/>
          <p:nvPr/>
        </p:nvSpPr>
        <p:spPr>
          <a:xfrm>
            <a:off x="2907792" y="749808"/>
            <a:ext cx="64008" cy="310896"/>
          </a:xfrm>
          <a:prstGeom prst="rect">
            <a:avLst/>
          </a:prstGeom>
          <a:solidFill>
            <a:srgbClr val="88C0F8"/>
          </a:solidFill>
          <a:ln w="12700">
            <a:solidFill>
              <a:srgbClr val="88C0F8"/>
            </a:solidFill>
            <a:prstDash val="solid"/>
          </a:ln>
        </p:spPr>
        <p:txBody>
          <a:bodyPr/>
          <a:lstStyle/>
          <a:p>
            <a:endParaRPr lang="es-ES"/>
          </a:p>
        </p:txBody>
      </p:sp>
      <p:sp>
        <p:nvSpPr>
          <p:cNvPr id="20" name="Text 17"/>
          <p:cNvSpPr/>
          <p:nvPr/>
        </p:nvSpPr>
        <p:spPr>
          <a:xfrm>
            <a:off x="3035808" y="749808"/>
            <a:ext cx="5907024" cy="310896"/>
          </a:xfrm>
          <a:prstGeom prst="rect">
            <a:avLst/>
          </a:prstGeom>
          <a:noFill/>
          <a:ln/>
        </p:spPr>
        <p:txBody>
          <a:bodyPr wrap="square" lIns="0" tIns="0" rIns="0" bIns="0" rtlCol="0" anchor="ctr"/>
          <a:lstStyle/>
          <a:p>
            <a:pPr marL="0" indent="0" algn="l">
              <a:buNone/>
            </a:pPr>
            <a:r>
              <a:rPr lang="en-US" sz="950" b="1" kern="0" spc="200" dirty="0">
                <a:solidFill>
                  <a:srgbClr val="FFFFFF"/>
                </a:solidFill>
                <a:latin typeface="Trebuchet MS" pitchFamily="34" charset="0"/>
                <a:ea typeface="Trebuchet MS" pitchFamily="34" charset="-122"/>
                <a:cs typeface="Trebuchet MS" pitchFamily="34" charset="-120"/>
              </a:rPr>
              <a:t>IDEAS PRINCIPALES</a:t>
            </a:r>
            <a:endParaRPr lang="en-US" sz="950" dirty="0"/>
          </a:p>
        </p:txBody>
      </p:sp>
      <p:sp>
        <p:nvSpPr>
          <p:cNvPr id="21" name="Shape 18"/>
          <p:cNvSpPr/>
          <p:nvPr/>
        </p:nvSpPr>
        <p:spPr>
          <a:xfrm>
            <a:off x="3054096" y="1409852"/>
            <a:ext cx="128016" cy="128016"/>
          </a:xfrm>
          <a:prstGeom prst="line">
            <a:avLst/>
          </a:prstGeom>
          <a:solidFill>
            <a:srgbClr val="88C0F8"/>
          </a:solidFill>
          <a:ln w="12700">
            <a:solidFill>
              <a:srgbClr val="88C0F8"/>
            </a:solidFill>
            <a:prstDash val="solid"/>
          </a:ln>
        </p:spPr>
        <p:txBody>
          <a:bodyPr/>
          <a:lstStyle/>
          <a:p>
            <a:endParaRPr lang="es-ES"/>
          </a:p>
        </p:txBody>
      </p:sp>
      <p:sp>
        <p:nvSpPr>
          <p:cNvPr id="22" name="Text 19"/>
          <p:cNvSpPr/>
          <p:nvPr/>
        </p:nvSpPr>
        <p:spPr>
          <a:xfrm>
            <a:off x="3255264" y="1115568"/>
            <a:ext cx="5614416" cy="716585"/>
          </a:xfrm>
          <a:prstGeom prst="rect">
            <a:avLst/>
          </a:prstGeom>
          <a:noFill/>
          <a:ln/>
        </p:spPr>
        <p:txBody>
          <a:bodyPr wrap="square" rtlCol="0" anchor="ctr"/>
          <a:lstStyle/>
          <a:p>
            <a:pPr marL="0" indent="0" algn="l">
              <a:buNone/>
            </a:pPr>
            <a:r>
              <a:rPr lang="en-US" sz="1200" dirty="0">
                <a:solidFill>
                  <a:srgbClr val="EEEEFF"/>
                </a:solidFill>
                <a:latin typeface="Calibri" pitchFamily="34" charset="0"/>
                <a:ea typeface="Calibri" pitchFamily="34" charset="-122"/>
                <a:cs typeface="Calibri" pitchFamily="34" charset="-120"/>
              </a:rPr>
              <a:t>«Tu palabra es lámpara a mis pies»: no un faro que ilumina todo el horizonte, sino la luz suficiente para el próximo paso. (Sal. 119:105; Prov. 3:5-6)</a:t>
            </a:r>
            <a:endParaRPr lang="en-US" sz="1200" dirty="0"/>
          </a:p>
        </p:txBody>
      </p:sp>
      <p:sp>
        <p:nvSpPr>
          <p:cNvPr id="23" name="Shape 20"/>
          <p:cNvSpPr/>
          <p:nvPr/>
        </p:nvSpPr>
        <p:spPr>
          <a:xfrm>
            <a:off x="3035808" y="1823009"/>
            <a:ext cx="5833872" cy="16459"/>
          </a:xfrm>
          <a:prstGeom prst="rect">
            <a:avLst/>
          </a:prstGeom>
          <a:solidFill>
            <a:srgbClr val="FFFFFF">
              <a:alpha val="18000"/>
            </a:srgbClr>
          </a:solidFill>
          <a:ln w="12700">
            <a:solidFill>
              <a:srgbClr val="FFFFFF"/>
            </a:solidFill>
            <a:prstDash val="solid"/>
          </a:ln>
        </p:spPr>
        <p:txBody>
          <a:bodyPr/>
          <a:lstStyle/>
          <a:p>
            <a:endParaRPr lang="es-ES"/>
          </a:p>
        </p:txBody>
      </p:sp>
      <p:sp>
        <p:nvSpPr>
          <p:cNvPr id="24" name="Shape 21"/>
          <p:cNvSpPr/>
          <p:nvPr/>
        </p:nvSpPr>
        <p:spPr>
          <a:xfrm>
            <a:off x="3054096" y="2126437"/>
            <a:ext cx="128016" cy="128016"/>
          </a:xfrm>
          <a:prstGeom prst="line">
            <a:avLst/>
          </a:prstGeom>
          <a:solidFill>
            <a:srgbClr val="88C0F8"/>
          </a:solidFill>
          <a:ln w="12700">
            <a:solidFill>
              <a:srgbClr val="88C0F8"/>
            </a:solidFill>
            <a:prstDash val="solid"/>
          </a:ln>
        </p:spPr>
        <p:txBody>
          <a:bodyPr/>
          <a:lstStyle/>
          <a:p>
            <a:endParaRPr lang="es-ES"/>
          </a:p>
        </p:txBody>
      </p:sp>
      <p:sp>
        <p:nvSpPr>
          <p:cNvPr id="25" name="Text 22"/>
          <p:cNvSpPr/>
          <p:nvPr/>
        </p:nvSpPr>
        <p:spPr>
          <a:xfrm>
            <a:off x="3255264" y="1832153"/>
            <a:ext cx="5614416" cy="716585"/>
          </a:xfrm>
          <a:prstGeom prst="rect">
            <a:avLst/>
          </a:prstGeom>
          <a:noFill/>
          <a:ln/>
        </p:spPr>
        <p:txBody>
          <a:bodyPr wrap="square" rtlCol="0" anchor="ctr"/>
          <a:lstStyle/>
          <a:p>
            <a:pPr marL="0" indent="0" algn="l">
              <a:buNone/>
            </a:pPr>
            <a:r>
              <a:rPr lang="en-US" sz="1200" dirty="0">
                <a:solidFill>
                  <a:srgbClr val="EEEEFF"/>
                </a:solidFill>
                <a:latin typeface="Calibri" pitchFamily="34" charset="0"/>
                <a:ea typeface="Calibri" pitchFamily="34" charset="-122"/>
                <a:cs typeface="Calibri" pitchFamily="34" charset="-120"/>
              </a:rPr>
              <a:t>La Palabra no solo guía en los momentos fáciles; es precisa en los momentos de mayor confusión y dolor. (Sal. 119:107; Mat. 4:4)</a:t>
            </a:r>
            <a:endParaRPr lang="en-US" sz="1200" dirty="0"/>
          </a:p>
        </p:txBody>
      </p:sp>
      <p:sp>
        <p:nvSpPr>
          <p:cNvPr id="26" name="Shape 23"/>
          <p:cNvSpPr/>
          <p:nvPr/>
        </p:nvSpPr>
        <p:spPr>
          <a:xfrm>
            <a:off x="3035808" y="2539594"/>
            <a:ext cx="5833872" cy="16459"/>
          </a:xfrm>
          <a:prstGeom prst="rect">
            <a:avLst/>
          </a:prstGeom>
          <a:solidFill>
            <a:srgbClr val="FFFFFF">
              <a:alpha val="18000"/>
            </a:srgbClr>
          </a:solidFill>
          <a:ln w="12700">
            <a:solidFill>
              <a:srgbClr val="FFFFFF"/>
            </a:solidFill>
            <a:prstDash val="solid"/>
          </a:ln>
        </p:spPr>
        <p:txBody>
          <a:bodyPr/>
          <a:lstStyle/>
          <a:p>
            <a:endParaRPr lang="es-ES"/>
          </a:p>
        </p:txBody>
      </p:sp>
      <p:sp>
        <p:nvSpPr>
          <p:cNvPr id="27" name="Shape 24"/>
          <p:cNvSpPr/>
          <p:nvPr/>
        </p:nvSpPr>
        <p:spPr>
          <a:xfrm>
            <a:off x="3054096" y="2843022"/>
            <a:ext cx="128016" cy="128016"/>
          </a:xfrm>
          <a:prstGeom prst="line">
            <a:avLst/>
          </a:prstGeom>
          <a:solidFill>
            <a:srgbClr val="88C0F8"/>
          </a:solidFill>
          <a:ln w="12700">
            <a:solidFill>
              <a:srgbClr val="88C0F8"/>
            </a:solidFill>
            <a:prstDash val="solid"/>
          </a:ln>
        </p:spPr>
        <p:txBody>
          <a:bodyPr/>
          <a:lstStyle/>
          <a:p>
            <a:endParaRPr lang="es-ES"/>
          </a:p>
        </p:txBody>
      </p:sp>
      <p:sp>
        <p:nvSpPr>
          <p:cNvPr id="28" name="Text 25"/>
          <p:cNvSpPr/>
          <p:nvPr/>
        </p:nvSpPr>
        <p:spPr>
          <a:xfrm>
            <a:off x="3255264" y="2548738"/>
            <a:ext cx="5614416" cy="716585"/>
          </a:xfrm>
          <a:prstGeom prst="rect">
            <a:avLst/>
          </a:prstGeom>
          <a:noFill/>
          <a:ln/>
        </p:spPr>
        <p:txBody>
          <a:bodyPr wrap="square" rtlCol="0" anchor="ctr"/>
          <a:lstStyle/>
          <a:p>
            <a:pPr marL="0" indent="0" algn="l">
              <a:buNone/>
            </a:pPr>
            <a:r>
              <a:rPr lang="en-US" sz="1200" dirty="0">
                <a:solidFill>
                  <a:srgbClr val="EEEEFF"/>
                </a:solidFill>
                <a:latin typeface="Calibri" pitchFamily="34" charset="0"/>
                <a:ea typeface="Calibri" pitchFamily="34" charset="-122"/>
                <a:cs typeface="Calibri" pitchFamily="34" charset="-120"/>
              </a:rPr>
              <a:t>Jesús citó la Escritura en sus momentos de mayor tentación y sufrimiento: así enfrentó cada prueba. (Luc. 4:4-12; Juan 8:12)</a:t>
            </a:r>
            <a:endParaRPr lang="en-US" sz="1200" dirty="0"/>
          </a:p>
        </p:txBody>
      </p:sp>
      <p:sp>
        <p:nvSpPr>
          <p:cNvPr id="29" name="Shape 26"/>
          <p:cNvSpPr/>
          <p:nvPr/>
        </p:nvSpPr>
        <p:spPr>
          <a:xfrm>
            <a:off x="2907792" y="3516874"/>
            <a:ext cx="6089904" cy="1425458"/>
          </a:xfrm>
          <a:prstGeom prst="rect">
            <a:avLst/>
          </a:prstGeom>
          <a:solidFill>
            <a:srgbClr val="1A4A8C">
              <a:alpha val="75000"/>
            </a:srgbClr>
          </a:solidFill>
          <a:ln w="12700">
            <a:solidFill>
              <a:srgbClr val="2A6ACC"/>
            </a:solidFill>
            <a:prstDash val="solid"/>
          </a:ln>
          <a:effectLst>
            <a:outerShdw blurRad="152400" dist="38100" dir="8100000" algn="bl" rotWithShape="0">
              <a:srgbClr val="000000">
                <a:alpha val="50000"/>
              </a:srgbClr>
            </a:outerShdw>
          </a:effectLst>
        </p:spPr>
        <p:txBody>
          <a:bodyPr/>
          <a:lstStyle/>
          <a:p>
            <a:endParaRPr lang="es-ES"/>
          </a:p>
        </p:txBody>
      </p:sp>
      <p:sp>
        <p:nvSpPr>
          <p:cNvPr id="30" name="Shape 27"/>
          <p:cNvSpPr/>
          <p:nvPr/>
        </p:nvSpPr>
        <p:spPr>
          <a:xfrm>
            <a:off x="2907792" y="3516874"/>
            <a:ext cx="6089904" cy="274320"/>
          </a:xfrm>
          <a:prstGeom prst="rect">
            <a:avLst/>
          </a:prstGeom>
          <a:solidFill>
            <a:srgbClr val="000000">
              <a:alpha val="52000"/>
            </a:srgbClr>
          </a:solidFill>
          <a:ln w="12700">
            <a:solidFill>
              <a:srgbClr val="000000"/>
            </a:solidFill>
            <a:prstDash val="solid"/>
          </a:ln>
        </p:spPr>
        <p:txBody>
          <a:bodyPr/>
          <a:lstStyle/>
          <a:p>
            <a:endParaRPr lang="es-ES"/>
          </a:p>
        </p:txBody>
      </p:sp>
      <p:sp>
        <p:nvSpPr>
          <p:cNvPr id="31" name="Text 28"/>
          <p:cNvSpPr/>
          <p:nvPr/>
        </p:nvSpPr>
        <p:spPr>
          <a:xfrm>
            <a:off x="3017520" y="3516874"/>
            <a:ext cx="5925312" cy="274320"/>
          </a:xfrm>
          <a:prstGeom prst="rect">
            <a:avLst/>
          </a:prstGeom>
          <a:noFill/>
          <a:ln/>
        </p:spPr>
        <p:txBody>
          <a:bodyPr wrap="square" lIns="0" tIns="0" rIns="0" bIns="0" rtlCol="0" anchor="ctr"/>
          <a:lstStyle/>
          <a:p>
            <a:pPr marL="0" indent="0" algn="l">
              <a:buNone/>
            </a:pPr>
            <a:r>
              <a:rPr lang="en-US" sz="900" b="1" kern="0" spc="100" dirty="0">
                <a:solidFill>
                  <a:srgbClr val="88C0F8"/>
                </a:solidFill>
                <a:latin typeface="Trebuchet MS" pitchFamily="34" charset="0"/>
                <a:ea typeface="Trebuchet MS" pitchFamily="34" charset="-122"/>
                <a:cs typeface="Trebuchet MS" pitchFamily="34" charset="-120"/>
              </a:rPr>
              <a:t>💡  ILUSTRACIÓN</a:t>
            </a:r>
            <a:endParaRPr lang="en-US" sz="900" dirty="0"/>
          </a:p>
        </p:txBody>
      </p:sp>
      <p:sp>
        <p:nvSpPr>
          <p:cNvPr id="32" name="Text 29"/>
          <p:cNvSpPr/>
          <p:nvPr/>
        </p:nvSpPr>
        <p:spPr>
          <a:xfrm>
            <a:off x="3054096" y="3809482"/>
            <a:ext cx="5833872" cy="1077986"/>
          </a:xfrm>
          <a:prstGeom prst="rect">
            <a:avLst/>
          </a:prstGeom>
          <a:noFill/>
          <a:ln/>
        </p:spPr>
        <p:txBody>
          <a:bodyPr wrap="square" rtlCol="0" anchor="t"/>
          <a:lstStyle/>
          <a:p>
            <a:pPr marL="0" indent="0" algn="l">
              <a:buNone/>
            </a:pPr>
            <a:r>
              <a:rPr lang="en-US" sz="1100" i="1" dirty="0">
                <a:solidFill>
                  <a:srgbClr val="D8D8E8"/>
                </a:solidFill>
                <a:latin typeface="Calibri" pitchFamily="34" charset="0"/>
                <a:ea typeface="Calibri" pitchFamily="34" charset="-122"/>
                <a:cs typeface="Calibri" pitchFamily="34" charset="-120"/>
              </a:rPr>
              <a:t>Una linterna en un camino oscuro no te muestra el destino sino donde poner el pie ahora. Muchos no leen la Biblia porque esperan el mapa completo. La Biblia da la luz del próximo paso.</a:t>
            </a:r>
            <a:endParaRPr lang="en-US" sz="1100" dirty="0"/>
          </a:p>
        </p:txBody>
      </p:sp>
      <p:sp>
        <p:nvSpPr>
          <p:cNvPr id="33" name="Text 30"/>
          <p:cNvSpPr/>
          <p:nvPr/>
        </p:nvSpPr>
        <p:spPr>
          <a:xfrm>
            <a:off x="0" y="4960620"/>
            <a:ext cx="9144000" cy="164592"/>
          </a:xfrm>
          <a:prstGeom prst="rect">
            <a:avLst/>
          </a:prstGeom>
          <a:noFill/>
          <a:ln/>
        </p:spPr>
        <p:txBody>
          <a:bodyPr wrap="square" lIns="0" tIns="0" rIns="0" bIns="0" rtlCol="0" anchor="ctr"/>
          <a:lstStyle/>
          <a:p>
            <a:pPr marL="0" indent="0" algn="ctr">
              <a:buNone/>
            </a:pPr>
            <a:r>
              <a:rPr lang="en-US" sz="700" i="1" dirty="0">
                <a:solidFill>
                  <a:srgbClr val="777799"/>
                </a:solidFill>
                <a:latin typeface="Calibri" pitchFamily="34" charset="0"/>
                <a:ea typeface="Calibri" pitchFamily="34" charset="-122"/>
                <a:cs typeface="Calibri" pitchFamily="34" charset="-120"/>
              </a:rPr>
              <a:t>Dr. Tito Goicochea M.  ·  NEED - DSA  ·  II Trimestre 2026</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00000">
              <a:alpha val="30000"/>
            </a:srgbClr>
          </a:solidFill>
          <a:ln w="12700">
            <a:solidFill>
              <a:srgbClr val="000000"/>
            </a:solidFill>
            <a:prstDash val="solid"/>
          </a:ln>
        </p:spPr>
        <p:txBody>
          <a:bodyPr/>
          <a:lstStyle/>
          <a:p>
            <a:endParaRPr lang="es-ES"/>
          </a:p>
        </p:txBody>
      </p:sp>
      <p:sp>
        <p:nvSpPr>
          <p:cNvPr id="4" name="Shape 1"/>
          <p:cNvSpPr/>
          <p:nvPr/>
        </p:nvSpPr>
        <p:spPr>
          <a:xfrm>
            <a:off x="0" y="2560320"/>
            <a:ext cx="9144000" cy="2583180"/>
          </a:xfrm>
          <a:prstGeom prst="rect">
            <a:avLst/>
          </a:prstGeom>
          <a:solidFill>
            <a:srgbClr val="000000">
              <a:alpha val="62000"/>
            </a:srgbClr>
          </a:solidFill>
          <a:ln w="12700">
            <a:solidFill>
              <a:srgbClr val="000000"/>
            </a:solidFill>
            <a:prstDash val="solid"/>
          </a:ln>
        </p:spPr>
        <p:txBody>
          <a:bodyPr/>
          <a:lstStyle/>
          <a:p>
            <a:endParaRPr lang="es-ES"/>
          </a:p>
        </p:txBody>
      </p:sp>
      <p:sp>
        <p:nvSpPr>
          <p:cNvPr id="5" name="Shape 2"/>
          <p:cNvSpPr/>
          <p:nvPr/>
        </p:nvSpPr>
        <p:spPr>
          <a:xfrm>
            <a:off x="0" y="0"/>
            <a:ext cx="54864" cy="676656"/>
          </a:xfrm>
          <a:prstGeom prst="rect">
            <a:avLst/>
          </a:prstGeom>
          <a:solidFill>
            <a:srgbClr val="1A6B3A"/>
          </a:solidFill>
          <a:ln w="12700">
            <a:solidFill>
              <a:srgbClr val="1A6B3A"/>
            </a:solidFill>
            <a:prstDash val="solid"/>
          </a:ln>
        </p:spPr>
        <p:txBody>
          <a:bodyPr/>
          <a:lstStyle/>
          <a:p>
            <a:endParaRPr lang="es-ES"/>
          </a:p>
        </p:txBody>
      </p:sp>
      <p:sp>
        <p:nvSpPr>
          <p:cNvPr id="6" name="Shape 3"/>
          <p:cNvSpPr/>
          <p:nvPr/>
        </p:nvSpPr>
        <p:spPr>
          <a:xfrm>
            <a:off x="128016" y="18288"/>
            <a:ext cx="9144000" cy="640080"/>
          </a:xfrm>
          <a:prstGeom prst="rect">
            <a:avLst/>
          </a:prstGeom>
          <a:solidFill>
            <a:srgbClr val="000000">
              <a:alpha val="65000"/>
            </a:srgbClr>
          </a:solidFill>
          <a:ln w="12700">
            <a:solidFill>
              <a:srgbClr val="000000"/>
            </a:solidFill>
            <a:prstDash val="solid"/>
          </a:ln>
        </p:spPr>
        <p:txBody>
          <a:bodyPr/>
          <a:lstStyle/>
          <a:p>
            <a:endParaRPr lang="es-ES"/>
          </a:p>
        </p:txBody>
      </p:sp>
      <p:sp>
        <p:nvSpPr>
          <p:cNvPr id="7" name="Shape 4"/>
          <p:cNvSpPr/>
          <p:nvPr/>
        </p:nvSpPr>
        <p:spPr>
          <a:xfrm>
            <a:off x="182880" y="64008"/>
            <a:ext cx="566928" cy="548640"/>
          </a:xfrm>
          <a:prstGeom prst="rect">
            <a:avLst/>
          </a:prstGeom>
          <a:solidFill>
            <a:srgbClr val="1A6B3A"/>
          </a:solidFill>
          <a:ln w="12700">
            <a:solidFill>
              <a:srgbClr val="1A6B3A"/>
            </a:solidFill>
            <a:prstDash val="solid"/>
          </a:ln>
        </p:spPr>
        <p:txBody>
          <a:bodyPr/>
          <a:lstStyle/>
          <a:p>
            <a:endParaRPr lang="es-ES"/>
          </a:p>
        </p:txBody>
      </p:sp>
      <p:sp>
        <p:nvSpPr>
          <p:cNvPr id="8" name="Text 5"/>
          <p:cNvSpPr/>
          <p:nvPr/>
        </p:nvSpPr>
        <p:spPr>
          <a:xfrm>
            <a:off x="182880" y="64008"/>
            <a:ext cx="566928"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Black" pitchFamily="34" charset="0"/>
                <a:ea typeface="Arial Black" pitchFamily="34" charset="-122"/>
                <a:cs typeface="Arial Black" pitchFamily="34" charset="-120"/>
              </a:rPr>
              <a:t>3</a:t>
            </a:r>
            <a:endParaRPr lang="en-US" sz="2200" dirty="0"/>
          </a:p>
        </p:txBody>
      </p:sp>
      <p:sp>
        <p:nvSpPr>
          <p:cNvPr id="9" name="Text 6"/>
          <p:cNvSpPr/>
          <p:nvPr/>
        </p:nvSpPr>
        <p:spPr>
          <a:xfrm>
            <a:off x="877824" y="118872"/>
            <a:ext cx="8138160" cy="438912"/>
          </a:xfrm>
          <a:prstGeom prst="rect">
            <a:avLst/>
          </a:prstGeom>
          <a:noFill/>
          <a:ln/>
        </p:spPr>
        <p:txBody>
          <a:bodyPr wrap="square" lIns="0" tIns="0" rIns="0" bIns="0" rtlCol="0" anchor="ctr"/>
          <a:lstStyle/>
          <a:p>
            <a:pPr marL="0" indent="0" algn="l">
              <a:buNone/>
            </a:pPr>
            <a:r>
              <a:rPr lang="en-US" sz="1600" b="1" dirty="0">
                <a:solidFill>
                  <a:srgbClr val="A0F0B8"/>
                </a:solidFill>
                <a:latin typeface="Trebuchet MS" pitchFamily="34" charset="0"/>
                <a:ea typeface="Trebuchet MS" pitchFamily="34" charset="-122"/>
                <a:cs typeface="Trebuchet MS" pitchFamily="34" charset="-120"/>
              </a:rPr>
              <a:t>FASE 3  ·  APLICA  (REFLEXIONA)  —  Reflexión y aplicación a la vida</a:t>
            </a:r>
            <a:endParaRPr lang="en-US" sz="1600" dirty="0"/>
          </a:p>
        </p:txBody>
      </p:sp>
      <p:sp>
        <p:nvSpPr>
          <p:cNvPr id="10" name="Shape 7"/>
          <p:cNvSpPr/>
          <p:nvPr/>
        </p:nvSpPr>
        <p:spPr>
          <a:xfrm>
            <a:off x="201168" y="749808"/>
            <a:ext cx="8741664" cy="1920240"/>
          </a:xfrm>
          <a:prstGeom prst="rect">
            <a:avLst/>
          </a:prstGeom>
          <a:solidFill>
            <a:srgbClr val="000000">
              <a:alpha val="75000"/>
            </a:srgbClr>
          </a:solidFill>
          <a:ln w="25400">
            <a:solidFill>
              <a:srgbClr val="2E8A4A"/>
            </a:solidFill>
            <a:prstDash val="solid"/>
          </a:ln>
          <a:effectLst>
            <a:outerShdw blurRad="152400" dist="38100" dir="8100000" algn="bl" rotWithShape="0">
              <a:srgbClr val="000000">
                <a:alpha val="50000"/>
              </a:srgbClr>
            </a:outerShdw>
          </a:effectLst>
        </p:spPr>
        <p:txBody>
          <a:bodyPr/>
          <a:lstStyle/>
          <a:p>
            <a:endParaRPr lang="es-ES"/>
          </a:p>
        </p:txBody>
      </p:sp>
      <p:sp>
        <p:nvSpPr>
          <p:cNvPr id="11" name="Shape 8"/>
          <p:cNvSpPr/>
          <p:nvPr/>
        </p:nvSpPr>
        <p:spPr>
          <a:xfrm>
            <a:off x="201168" y="749808"/>
            <a:ext cx="64008" cy="1920240"/>
          </a:xfrm>
          <a:prstGeom prst="rect">
            <a:avLst/>
          </a:prstGeom>
          <a:solidFill>
            <a:srgbClr val="2E8A4A"/>
          </a:solidFill>
          <a:ln w="12700">
            <a:solidFill>
              <a:srgbClr val="2E8A4A"/>
            </a:solidFill>
            <a:prstDash val="solid"/>
          </a:ln>
        </p:spPr>
        <p:txBody>
          <a:bodyPr/>
          <a:lstStyle/>
          <a:p>
            <a:endParaRPr lang="es-ES"/>
          </a:p>
        </p:txBody>
      </p:sp>
      <p:sp>
        <p:nvSpPr>
          <p:cNvPr id="12" name="Text 9"/>
          <p:cNvSpPr/>
          <p:nvPr/>
        </p:nvSpPr>
        <p:spPr>
          <a:xfrm>
            <a:off x="256032" y="694944"/>
            <a:ext cx="822960" cy="1097280"/>
          </a:xfrm>
          <a:prstGeom prst="rect">
            <a:avLst/>
          </a:prstGeom>
          <a:noFill/>
          <a:ln/>
        </p:spPr>
        <p:txBody>
          <a:bodyPr wrap="square" lIns="0" tIns="0" rIns="0" bIns="0" rtlCol="0" anchor="t"/>
          <a:lstStyle/>
          <a:p>
            <a:pPr marL="0" indent="0" algn="l">
              <a:buNone/>
            </a:pPr>
            <a:r>
              <a:rPr lang="en-US" sz="7600" b="1" dirty="0">
                <a:solidFill>
                  <a:srgbClr val="4AE89A"/>
                </a:solidFill>
                <a:latin typeface="Georgia" pitchFamily="34" charset="0"/>
                <a:ea typeface="Georgia" pitchFamily="34" charset="-122"/>
                <a:cs typeface="Georgia" pitchFamily="34" charset="-120"/>
              </a:rPr>
              <a:t>“</a:t>
            </a:r>
            <a:endParaRPr lang="en-US" sz="7600" dirty="0"/>
          </a:p>
        </p:txBody>
      </p:sp>
      <p:sp>
        <p:nvSpPr>
          <p:cNvPr id="13" name="Text 10"/>
          <p:cNvSpPr/>
          <p:nvPr/>
        </p:nvSpPr>
        <p:spPr>
          <a:xfrm>
            <a:off x="877824" y="841248"/>
            <a:ext cx="7955280" cy="1481328"/>
          </a:xfrm>
          <a:prstGeom prst="rect">
            <a:avLst/>
          </a:prstGeom>
          <a:noFill/>
          <a:ln/>
        </p:spPr>
        <p:txBody>
          <a:bodyPr wrap="square" rtlCol="0" anchor="ctr"/>
          <a:lstStyle/>
          <a:p>
            <a:pPr marL="0" indent="0" algn="just">
              <a:buNone/>
            </a:pPr>
            <a:r>
              <a:rPr lang="en-US" sz="1350" i="1" dirty="0">
                <a:solidFill>
                  <a:srgbClr val="EEFFEE"/>
                </a:solidFill>
                <a:latin typeface="Calibri" pitchFamily="34" charset="0"/>
                <a:ea typeface="Calibri" pitchFamily="34" charset="-122"/>
                <a:cs typeface="Calibri" pitchFamily="34" charset="-120"/>
              </a:rPr>
              <a:t>"Obtendremos poquísimo beneficio de una lectura precipitada de las Escrituras. Uno puede leer toda la Biblia y, sin embargo, no percibir su belleza ni comprender su sentido profundo. Un pasaje estudiado hasta que su significado quede claro para la mente y su relación con el plan de la salvación sea evidente es de más valor que estudiar muchos capítulos sin tener un objetivo definido."</a:t>
            </a:r>
            <a:endParaRPr lang="en-US" sz="1350" dirty="0"/>
          </a:p>
        </p:txBody>
      </p:sp>
      <p:sp>
        <p:nvSpPr>
          <p:cNvPr id="14" name="Text 11"/>
          <p:cNvSpPr/>
          <p:nvPr/>
        </p:nvSpPr>
        <p:spPr>
          <a:xfrm>
            <a:off x="877824" y="2670048"/>
            <a:ext cx="7955280" cy="201168"/>
          </a:xfrm>
          <a:prstGeom prst="rect">
            <a:avLst/>
          </a:prstGeom>
          <a:noFill/>
          <a:ln/>
        </p:spPr>
        <p:txBody>
          <a:bodyPr wrap="square" lIns="0" tIns="0" rIns="0" bIns="0" rtlCol="0" anchor="ctr"/>
          <a:lstStyle/>
          <a:p>
            <a:pPr marL="0" indent="0" algn="r">
              <a:buNone/>
            </a:pPr>
            <a:r>
              <a:rPr lang="en-US" sz="900" i="1" dirty="0">
                <a:solidFill>
                  <a:srgbClr val="6AE89A"/>
                </a:solidFill>
                <a:latin typeface="Calibri" pitchFamily="34" charset="0"/>
                <a:ea typeface="Calibri" pitchFamily="34" charset="-122"/>
                <a:cs typeface="Calibri" pitchFamily="34" charset="-120"/>
              </a:rPr>
              <a:t>— Elena G. de White, El camino a Cristo, p. 75</a:t>
            </a:r>
            <a:endParaRPr lang="en-US" sz="900" dirty="0"/>
          </a:p>
        </p:txBody>
      </p:sp>
      <p:sp>
        <p:nvSpPr>
          <p:cNvPr id="15" name="Shape 12"/>
          <p:cNvSpPr/>
          <p:nvPr/>
        </p:nvSpPr>
        <p:spPr>
          <a:xfrm>
            <a:off x="201168" y="2944368"/>
            <a:ext cx="8741664" cy="45720"/>
          </a:xfrm>
          <a:prstGeom prst="rect">
            <a:avLst/>
          </a:prstGeom>
          <a:solidFill>
            <a:srgbClr val="00C896"/>
          </a:solidFill>
          <a:ln w="12700">
            <a:solidFill>
              <a:srgbClr val="00C896"/>
            </a:solidFill>
            <a:prstDash val="solid"/>
          </a:ln>
        </p:spPr>
        <p:txBody>
          <a:bodyPr/>
          <a:lstStyle/>
          <a:p>
            <a:endParaRPr lang="es-ES"/>
          </a:p>
        </p:txBody>
      </p:sp>
      <p:sp>
        <p:nvSpPr>
          <p:cNvPr id="16" name="Text 13"/>
          <p:cNvSpPr/>
          <p:nvPr/>
        </p:nvSpPr>
        <p:spPr>
          <a:xfrm>
            <a:off x="329184" y="3035808"/>
            <a:ext cx="1463040" cy="274320"/>
          </a:xfrm>
          <a:prstGeom prst="rect">
            <a:avLst/>
          </a:prstGeom>
          <a:noFill/>
          <a:ln/>
        </p:spPr>
        <p:txBody>
          <a:bodyPr wrap="square" lIns="0" tIns="0" rIns="0" bIns="0" rtlCol="0" anchor="ctr"/>
          <a:lstStyle/>
          <a:p>
            <a:pPr marL="0" indent="0">
              <a:buNone/>
            </a:pPr>
            <a:r>
              <a:rPr lang="en-US" sz="1100" b="1" dirty="0">
                <a:solidFill>
                  <a:srgbClr val="00C896"/>
                </a:solidFill>
                <a:latin typeface="Trebuchet MS" pitchFamily="34" charset="0"/>
                <a:ea typeface="Trebuchet MS" pitchFamily="34" charset="-122"/>
                <a:cs typeface="Trebuchet MS" pitchFamily="34" charset="-120"/>
              </a:rPr>
              <a:t>Reflexiona:</a:t>
            </a:r>
            <a:endParaRPr lang="en-US" sz="1100" dirty="0"/>
          </a:p>
        </p:txBody>
      </p:sp>
      <p:sp>
        <p:nvSpPr>
          <p:cNvPr id="17" name="Text 14"/>
          <p:cNvSpPr/>
          <p:nvPr/>
        </p:nvSpPr>
        <p:spPr>
          <a:xfrm>
            <a:off x="329184" y="3328416"/>
            <a:ext cx="8485632" cy="1444752"/>
          </a:xfrm>
          <a:prstGeom prst="rect">
            <a:avLst/>
          </a:prstGeom>
          <a:noFill/>
          <a:ln/>
          <a:effectLst>
            <a:outerShdw blurRad="177800" dist="38100" dir="8100000" algn="bl" rotWithShape="0">
              <a:srgbClr val="000000">
                <a:alpha val="80000"/>
              </a:srgbClr>
            </a:outerShdw>
          </a:effectLst>
        </p:spPr>
        <p:txBody>
          <a:bodyPr wrap="square" rtlCol="0" anchor="ctr"/>
          <a:lstStyle/>
          <a:p>
            <a:pPr marL="0" indent="0" algn="ctr">
              <a:buNone/>
            </a:pPr>
            <a:r>
              <a:rPr lang="en-US" sz="1650" b="1" dirty="0">
                <a:solidFill>
                  <a:srgbClr val="FFFFFF"/>
                </a:solidFill>
                <a:latin typeface="Arial Black" pitchFamily="34" charset="0"/>
                <a:ea typeface="Arial Black" pitchFamily="34" charset="-122"/>
                <a:cs typeface="Arial Black" pitchFamily="34" charset="-120"/>
              </a:rPr>
              <a:t>¿Qué hábito concreto en tu estudio bíblico necesitas cambiar para pasar de leer la Biblia por obligación a disfrutarla como el salmista? ¿Qué implementarás ESTA SEMANA?</a:t>
            </a:r>
            <a:endParaRPr lang="en-US" sz="1650" dirty="0"/>
          </a:p>
        </p:txBody>
      </p:sp>
      <p:sp>
        <p:nvSpPr>
          <p:cNvPr id="18" name="Text 15"/>
          <p:cNvSpPr/>
          <p:nvPr/>
        </p:nvSpPr>
        <p:spPr>
          <a:xfrm>
            <a:off x="0" y="4960620"/>
            <a:ext cx="9144000" cy="164592"/>
          </a:xfrm>
          <a:prstGeom prst="rect">
            <a:avLst/>
          </a:prstGeom>
          <a:noFill/>
          <a:ln/>
        </p:spPr>
        <p:txBody>
          <a:bodyPr wrap="square" lIns="0" tIns="0" rIns="0" bIns="0" rtlCol="0" anchor="ctr"/>
          <a:lstStyle/>
          <a:p>
            <a:pPr marL="0" indent="0" algn="ctr">
              <a:buNone/>
            </a:pPr>
            <a:r>
              <a:rPr lang="en-US" sz="700" i="1" dirty="0">
                <a:solidFill>
                  <a:srgbClr val="777799"/>
                </a:solidFill>
                <a:latin typeface="Calibri" pitchFamily="34" charset="0"/>
                <a:ea typeface="Calibri" pitchFamily="34" charset="-122"/>
                <a:cs typeface="Calibri" pitchFamily="34" charset="-120"/>
              </a:rPr>
              <a:t>Dr. Tito Goicochea M.  ·  NEED - DSA  ·  II Trimestre 2026</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00000">
              <a:alpha val="75000"/>
            </a:srgbClr>
          </a:solidFill>
          <a:ln w="12700">
            <a:solidFill>
              <a:srgbClr val="000000"/>
            </a:solidFill>
            <a:prstDash val="solid"/>
          </a:ln>
        </p:spPr>
        <p:txBody>
          <a:bodyPr/>
          <a:lstStyle/>
          <a:p>
            <a:endParaRPr lang="es-ES"/>
          </a:p>
        </p:txBody>
      </p:sp>
      <p:sp>
        <p:nvSpPr>
          <p:cNvPr id="4" name="Shape 1"/>
          <p:cNvSpPr/>
          <p:nvPr/>
        </p:nvSpPr>
        <p:spPr>
          <a:xfrm>
            <a:off x="0" y="0"/>
            <a:ext cx="54864" cy="676656"/>
          </a:xfrm>
          <a:prstGeom prst="rect">
            <a:avLst/>
          </a:prstGeom>
          <a:solidFill>
            <a:srgbClr val="7A1010"/>
          </a:solidFill>
          <a:ln w="12700">
            <a:solidFill>
              <a:srgbClr val="7A1010"/>
            </a:solidFill>
            <a:prstDash val="solid"/>
          </a:ln>
        </p:spPr>
        <p:txBody>
          <a:bodyPr/>
          <a:lstStyle/>
          <a:p>
            <a:endParaRPr lang="es-ES"/>
          </a:p>
        </p:txBody>
      </p:sp>
      <p:sp>
        <p:nvSpPr>
          <p:cNvPr id="5" name="Shape 2"/>
          <p:cNvSpPr/>
          <p:nvPr/>
        </p:nvSpPr>
        <p:spPr>
          <a:xfrm>
            <a:off x="128016" y="18288"/>
            <a:ext cx="9144000" cy="640080"/>
          </a:xfrm>
          <a:prstGeom prst="rect">
            <a:avLst/>
          </a:prstGeom>
          <a:solidFill>
            <a:srgbClr val="000000">
              <a:alpha val="65000"/>
            </a:srgbClr>
          </a:solidFill>
          <a:ln w="12700">
            <a:solidFill>
              <a:srgbClr val="000000"/>
            </a:solidFill>
            <a:prstDash val="solid"/>
          </a:ln>
        </p:spPr>
        <p:txBody>
          <a:bodyPr/>
          <a:lstStyle/>
          <a:p>
            <a:endParaRPr lang="es-ES"/>
          </a:p>
        </p:txBody>
      </p:sp>
      <p:sp>
        <p:nvSpPr>
          <p:cNvPr id="6" name="Shape 3"/>
          <p:cNvSpPr/>
          <p:nvPr/>
        </p:nvSpPr>
        <p:spPr>
          <a:xfrm>
            <a:off x="182880" y="64008"/>
            <a:ext cx="566928" cy="548640"/>
          </a:xfrm>
          <a:prstGeom prst="rect">
            <a:avLst/>
          </a:prstGeom>
          <a:solidFill>
            <a:srgbClr val="7A1010"/>
          </a:solidFill>
          <a:ln w="12700">
            <a:solidFill>
              <a:srgbClr val="7A1010"/>
            </a:solidFill>
            <a:prstDash val="solid"/>
          </a:ln>
        </p:spPr>
        <p:txBody>
          <a:bodyPr/>
          <a:lstStyle/>
          <a:p>
            <a:endParaRPr lang="es-ES"/>
          </a:p>
        </p:txBody>
      </p:sp>
      <p:sp>
        <p:nvSpPr>
          <p:cNvPr id="7" name="Text 4"/>
          <p:cNvSpPr/>
          <p:nvPr/>
        </p:nvSpPr>
        <p:spPr>
          <a:xfrm>
            <a:off x="182880" y="64008"/>
            <a:ext cx="566928"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Black" pitchFamily="34" charset="0"/>
                <a:ea typeface="Arial Black" pitchFamily="34" charset="-122"/>
                <a:cs typeface="Arial Black" pitchFamily="34" charset="-120"/>
              </a:rPr>
              <a:t>4</a:t>
            </a:r>
            <a:endParaRPr lang="en-US" sz="2200" dirty="0"/>
          </a:p>
        </p:txBody>
      </p:sp>
      <p:sp>
        <p:nvSpPr>
          <p:cNvPr id="8" name="Text 5"/>
          <p:cNvSpPr/>
          <p:nvPr/>
        </p:nvSpPr>
        <p:spPr>
          <a:xfrm>
            <a:off x="877824" y="118872"/>
            <a:ext cx="8138160" cy="438912"/>
          </a:xfrm>
          <a:prstGeom prst="rect">
            <a:avLst/>
          </a:prstGeom>
          <a:noFill/>
          <a:ln/>
        </p:spPr>
        <p:txBody>
          <a:bodyPr wrap="square" lIns="0" tIns="0" rIns="0" bIns="0" rtlCol="0" anchor="ctr"/>
          <a:lstStyle/>
          <a:p>
            <a:pPr marL="0" indent="0" algn="l">
              <a:buNone/>
            </a:pPr>
            <a:r>
              <a:rPr lang="en-US" sz="1600" b="1" dirty="0">
                <a:solidFill>
                  <a:srgbClr val="FFB0B0"/>
                </a:solidFill>
                <a:latin typeface="Trebuchet MS" pitchFamily="34" charset="0"/>
                <a:ea typeface="Trebuchet MS" pitchFamily="34" charset="-122"/>
                <a:cs typeface="Trebuchet MS" pitchFamily="34" charset="-120"/>
              </a:rPr>
              <a:t>FASE 4  ·  CREA  —  MI DECISIÓN  ·  Esta semana decido...</a:t>
            </a:r>
            <a:endParaRPr lang="en-US" sz="1600" dirty="0"/>
          </a:p>
        </p:txBody>
      </p:sp>
      <p:sp>
        <p:nvSpPr>
          <p:cNvPr id="9" name="Shape 6"/>
          <p:cNvSpPr/>
          <p:nvPr/>
        </p:nvSpPr>
        <p:spPr>
          <a:xfrm>
            <a:off x="182880" y="749808"/>
            <a:ext cx="7059168" cy="347472"/>
          </a:xfrm>
          <a:prstGeom prst="rect">
            <a:avLst/>
          </a:prstGeom>
          <a:solidFill>
            <a:srgbClr val="0E1E34"/>
          </a:solidFill>
          <a:ln w="12700">
            <a:solidFill>
              <a:srgbClr val="00C896"/>
            </a:solidFill>
            <a:prstDash val="solid"/>
          </a:ln>
        </p:spPr>
        <p:txBody>
          <a:bodyPr/>
          <a:lstStyle/>
          <a:p>
            <a:endParaRPr lang="es-ES"/>
          </a:p>
        </p:txBody>
      </p:sp>
      <p:sp>
        <p:nvSpPr>
          <p:cNvPr id="10" name="Text 7"/>
          <p:cNvSpPr/>
          <p:nvPr/>
        </p:nvSpPr>
        <p:spPr>
          <a:xfrm>
            <a:off x="310896" y="749808"/>
            <a:ext cx="6876288" cy="347472"/>
          </a:xfrm>
          <a:prstGeom prst="rect">
            <a:avLst/>
          </a:prstGeom>
          <a:noFill/>
          <a:ln/>
        </p:spPr>
        <p:txBody>
          <a:bodyPr wrap="square" lIns="0" tIns="0" rIns="0" bIns="0" rtlCol="0" anchor="ctr"/>
          <a:lstStyle/>
          <a:p>
            <a:pPr marL="0" indent="0" algn="l">
              <a:buNone/>
            </a:pPr>
            <a:r>
              <a:rPr lang="en-US" sz="1100" i="1" dirty="0">
                <a:solidFill>
                  <a:srgbClr val="8888AA"/>
                </a:solidFill>
                <a:latin typeface="Calibri" pitchFamily="34" charset="0"/>
                <a:ea typeface="Calibri" pitchFamily="34" charset="-122"/>
                <a:cs typeface="Calibri" pitchFamily="34" charset="-120"/>
              </a:rPr>
              <a:t>Mi decisión esta semana...</a:t>
            </a:r>
            <a:endParaRPr lang="en-US" sz="1100" dirty="0"/>
          </a:p>
        </p:txBody>
      </p:sp>
      <p:sp>
        <p:nvSpPr>
          <p:cNvPr id="11" name="Shape 8"/>
          <p:cNvSpPr/>
          <p:nvPr/>
        </p:nvSpPr>
        <p:spPr>
          <a:xfrm>
            <a:off x="7351776" y="749808"/>
            <a:ext cx="877824" cy="347472"/>
          </a:xfrm>
          <a:prstGeom prst="rect">
            <a:avLst/>
          </a:prstGeom>
          <a:solidFill>
            <a:srgbClr val="1A5C28"/>
          </a:solidFill>
          <a:ln w="12700">
            <a:solidFill>
              <a:srgbClr val="5AE07A"/>
            </a:solidFill>
            <a:prstDash val="solid"/>
          </a:ln>
        </p:spPr>
        <p:txBody>
          <a:bodyPr/>
          <a:lstStyle/>
          <a:p>
            <a:endParaRPr lang="es-ES"/>
          </a:p>
        </p:txBody>
      </p:sp>
      <p:sp>
        <p:nvSpPr>
          <p:cNvPr id="12" name="Text 9"/>
          <p:cNvSpPr/>
          <p:nvPr/>
        </p:nvSpPr>
        <p:spPr>
          <a:xfrm>
            <a:off x="7351776" y="749808"/>
            <a:ext cx="877824" cy="347472"/>
          </a:xfrm>
          <a:prstGeom prst="rect">
            <a:avLst/>
          </a:prstGeom>
          <a:noFill/>
          <a:ln/>
        </p:spPr>
        <p:txBody>
          <a:bodyPr wrap="square" lIns="0" tIns="0" rIns="0" bIns="0" rtlCol="0" anchor="ctr"/>
          <a:lstStyle/>
          <a:p>
            <a:pPr marL="0" indent="0" algn="ctr">
              <a:buNone/>
            </a:pPr>
            <a:r>
              <a:rPr lang="en-US" sz="1800" b="1" dirty="0">
                <a:solidFill>
                  <a:srgbClr val="A8F0A8"/>
                </a:solidFill>
                <a:latin typeface="Arial Black" pitchFamily="34" charset="0"/>
                <a:ea typeface="Arial Black" pitchFamily="34" charset="-122"/>
                <a:cs typeface="Arial Black" pitchFamily="34" charset="-120"/>
              </a:rPr>
              <a:t>SÍ</a:t>
            </a:r>
            <a:endParaRPr lang="en-US" sz="1800" dirty="0"/>
          </a:p>
        </p:txBody>
      </p:sp>
      <p:sp>
        <p:nvSpPr>
          <p:cNvPr id="13" name="Shape 10"/>
          <p:cNvSpPr/>
          <p:nvPr/>
        </p:nvSpPr>
        <p:spPr>
          <a:xfrm>
            <a:off x="8339328" y="749808"/>
            <a:ext cx="877824" cy="347472"/>
          </a:xfrm>
          <a:prstGeom prst="rect">
            <a:avLst/>
          </a:prstGeom>
          <a:solidFill>
            <a:srgbClr val="5C1A1A"/>
          </a:solidFill>
          <a:ln w="12700">
            <a:solidFill>
              <a:srgbClr val="E06060"/>
            </a:solidFill>
            <a:prstDash val="solid"/>
          </a:ln>
        </p:spPr>
        <p:txBody>
          <a:bodyPr/>
          <a:lstStyle/>
          <a:p>
            <a:endParaRPr lang="es-ES"/>
          </a:p>
        </p:txBody>
      </p:sp>
      <p:sp>
        <p:nvSpPr>
          <p:cNvPr id="14" name="Text 11"/>
          <p:cNvSpPr/>
          <p:nvPr/>
        </p:nvSpPr>
        <p:spPr>
          <a:xfrm>
            <a:off x="8339328" y="749808"/>
            <a:ext cx="877824" cy="347472"/>
          </a:xfrm>
          <a:prstGeom prst="rect">
            <a:avLst/>
          </a:prstGeom>
          <a:noFill/>
          <a:ln/>
        </p:spPr>
        <p:txBody>
          <a:bodyPr wrap="square" lIns="0" tIns="0" rIns="0" bIns="0" rtlCol="0" anchor="ctr"/>
          <a:lstStyle/>
          <a:p>
            <a:pPr marL="0" indent="0" algn="ctr">
              <a:buNone/>
            </a:pPr>
            <a:r>
              <a:rPr lang="en-US" sz="1800" b="1" dirty="0">
                <a:solidFill>
                  <a:srgbClr val="F0A8A8"/>
                </a:solidFill>
                <a:latin typeface="Arial Black" pitchFamily="34" charset="0"/>
                <a:ea typeface="Arial Black" pitchFamily="34" charset="-122"/>
                <a:cs typeface="Arial Black" pitchFamily="34" charset="-120"/>
              </a:rPr>
              <a:t>NO</a:t>
            </a:r>
            <a:endParaRPr lang="en-US" sz="1800" dirty="0"/>
          </a:p>
        </p:txBody>
      </p:sp>
      <p:sp>
        <p:nvSpPr>
          <p:cNvPr id="15" name="Shape 12"/>
          <p:cNvSpPr/>
          <p:nvPr/>
        </p:nvSpPr>
        <p:spPr>
          <a:xfrm>
            <a:off x="182880" y="1152144"/>
            <a:ext cx="7059168" cy="1261872"/>
          </a:xfrm>
          <a:prstGeom prst="rect">
            <a:avLst/>
          </a:prstGeom>
          <a:solidFill>
            <a:srgbClr val="0E1E34"/>
          </a:solidFill>
          <a:ln w="15240">
            <a:solidFill>
              <a:srgbClr val="00C896"/>
            </a:solidFill>
            <a:prstDash val="solid"/>
          </a:ln>
          <a:effectLst>
            <a:outerShdw blurRad="152400" dist="38100" dir="8100000" algn="bl" rotWithShape="0">
              <a:srgbClr val="000000">
                <a:alpha val="50000"/>
              </a:srgbClr>
            </a:outerShdw>
          </a:effectLst>
        </p:spPr>
        <p:txBody>
          <a:bodyPr/>
          <a:lstStyle/>
          <a:p>
            <a:endParaRPr lang="es-ES"/>
          </a:p>
        </p:txBody>
      </p:sp>
      <p:sp>
        <p:nvSpPr>
          <p:cNvPr id="16" name="Shape 13"/>
          <p:cNvSpPr/>
          <p:nvPr/>
        </p:nvSpPr>
        <p:spPr>
          <a:xfrm>
            <a:off x="182880" y="1152144"/>
            <a:ext cx="64008" cy="1261872"/>
          </a:xfrm>
          <a:prstGeom prst="rect">
            <a:avLst/>
          </a:prstGeom>
          <a:solidFill>
            <a:srgbClr val="00C896"/>
          </a:solidFill>
          <a:ln w="12700">
            <a:solidFill>
              <a:srgbClr val="00C896"/>
            </a:solidFill>
            <a:prstDash val="solid"/>
          </a:ln>
        </p:spPr>
        <p:txBody>
          <a:bodyPr/>
          <a:lstStyle/>
          <a:p>
            <a:endParaRPr lang="es-ES"/>
          </a:p>
        </p:txBody>
      </p:sp>
      <p:sp>
        <p:nvSpPr>
          <p:cNvPr id="17" name="Shape 14"/>
          <p:cNvSpPr/>
          <p:nvPr/>
        </p:nvSpPr>
        <p:spPr>
          <a:xfrm>
            <a:off x="292608" y="1508760"/>
            <a:ext cx="548640" cy="548640"/>
          </a:xfrm>
          <a:prstGeom prst="line">
            <a:avLst/>
          </a:prstGeom>
          <a:solidFill>
            <a:srgbClr val="00C896"/>
          </a:solidFill>
          <a:ln w="12700">
            <a:solidFill>
              <a:srgbClr val="00C896"/>
            </a:solidFill>
            <a:prstDash val="solid"/>
          </a:ln>
        </p:spPr>
        <p:txBody>
          <a:bodyPr/>
          <a:lstStyle/>
          <a:p>
            <a:endParaRPr lang="es-ES"/>
          </a:p>
        </p:txBody>
      </p:sp>
      <p:sp>
        <p:nvSpPr>
          <p:cNvPr id="18" name="Text 15"/>
          <p:cNvSpPr/>
          <p:nvPr/>
        </p:nvSpPr>
        <p:spPr>
          <a:xfrm>
            <a:off x="292608" y="1508760"/>
            <a:ext cx="548640" cy="548640"/>
          </a:xfrm>
          <a:prstGeom prst="rect">
            <a:avLst/>
          </a:prstGeom>
          <a:noFill/>
          <a:ln/>
        </p:spPr>
        <p:txBody>
          <a:bodyPr wrap="square" lIns="0" tIns="0" rIns="0" bIns="0" rtlCol="0" anchor="ctr"/>
          <a:lstStyle/>
          <a:p>
            <a:pPr marL="0" indent="0" algn="ctr">
              <a:buNone/>
            </a:pPr>
            <a:r>
              <a:rPr lang="en-US" sz="1800" b="1" dirty="0">
                <a:solidFill>
                  <a:srgbClr val="000000"/>
                </a:solidFill>
                <a:latin typeface="Arial Black" pitchFamily="34" charset="0"/>
                <a:ea typeface="Arial Black" pitchFamily="34" charset="-122"/>
                <a:cs typeface="Arial Black" pitchFamily="34" charset="-120"/>
              </a:rPr>
              <a:t>1</a:t>
            </a:r>
            <a:endParaRPr lang="en-US" sz="1800" dirty="0"/>
          </a:p>
        </p:txBody>
      </p:sp>
      <p:sp>
        <p:nvSpPr>
          <p:cNvPr id="19" name="Text 16"/>
          <p:cNvSpPr/>
          <p:nvPr/>
        </p:nvSpPr>
        <p:spPr>
          <a:xfrm>
            <a:off x="969264" y="1261872"/>
            <a:ext cx="6144768" cy="1042416"/>
          </a:xfrm>
          <a:prstGeom prst="rect">
            <a:avLst/>
          </a:prstGeom>
          <a:noFill/>
          <a:ln/>
        </p:spPr>
        <p:txBody>
          <a:bodyPr wrap="square" rtlCol="0" anchor="ctr"/>
          <a:lstStyle/>
          <a:p>
            <a:pPr marL="0" indent="0" algn="l">
              <a:buNone/>
            </a:pPr>
            <a:r>
              <a:rPr lang="en-US" sz="1250" dirty="0">
                <a:solidFill>
                  <a:srgbClr val="FFFFFF"/>
                </a:solidFill>
                <a:latin typeface="Trebuchet MS" pitchFamily="34" charset="0"/>
                <a:ea typeface="Trebuchet MS" pitchFamily="34" charset="-122"/>
                <a:cs typeface="Trebuchet MS" pitchFamily="34" charset="-120"/>
              </a:rPr>
              <a:t>Esta semana establezco un lugar y hora fijos para estudiar la Biblia sin distracciones, comenzando con oración por la guía del Espíritu (Sal. 119:97; Sal. 27:8).</a:t>
            </a:r>
            <a:endParaRPr lang="en-US" sz="1250" dirty="0"/>
          </a:p>
        </p:txBody>
      </p:sp>
      <p:sp>
        <p:nvSpPr>
          <p:cNvPr id="20" name="Shape 17"/>
          <p:cNvSpPr/>
          <p:nvPr/>
        </p:nvSpPr>
        <p:spPr>
          <a:xfrm>
            <a:off x="7351776" y="1152144"/>
            <a:ext cx="877824" cy="1261872"/>
          </a:xfrm>
          <a:prstGeom prst="rect">
            <a:avLst/>
          </a:prstGeom>
          <a:solidFill>
            <a:srgbClr val="0A2014"/>
          </a:solidFill>
          <a:ln w="25400">
            <a:solidFill>
              <a:srgbClr val="4AE06A"/>
            </a:solidFill>
            <a:prstDash val="solid"/>
          </a:ln>
          <a:effectLst>
            <a:outerShdw blurRad="152400" dist="38100" dir="8100000" algn="bl" rotWithShape="0">
              <a:srgbClr val="000000">
                <a:alpha val="50000"/>
              </a:srgbClr>
            </a:outerShdw>
          </a:effectLst>
        </p:spPr>
        <p:txBody>
          <a:bodyPr/>
          <a:lstStyle/>
          <a:p>
            <a:endParaRPr lang="es-ES"/>
          </a:p>
        </p:txBody>
      </p:sp>
      <p:sp>
        <p:nvSpPr>
          <p:cNvPr id="21" name="Shape 18"/>
          <p:cNvSpPr/>
          <p:nvPr/>
        </p:nvSpPr>
        <p:spPr>
          <a:xfrm>
            <a:off x="7562088" y="1325880"/>
            <a:ext cx="457200" cy="457200"/>
          </a:xfrm>
          <a:prstGeom prst="rect">
            <a:avLst/>
          </a:prstGeom>
          <a:solidFill>
            <a:srgbClr val="000000">
              <a:alpha val="45000"/>
            </a:srgbClr>
          </a:solidFill>
          <a:ln w="31750">
            <a:solidFill>
              <a:srgbClr val="4AE06A"/>
            </a:solidFill>
            <a:prstDash val="solid"/>
          </a:ln>
        </p:spPr>
        <p:txBody>
          <a:bodyPr/>
          <a:lstStyle/>
          <a:p>
            <a:endParaRPr lang="es-ES"/>
          </a:p>
        </p:txBody>
      </p:sp>
      <p:sp>
        <p:nvSpPr>
          <p:cNvPr id="22" name="Text 19"/>
          <p:cNvSpPr/>
          <p:nvPr/>
        </p:nvSpPr>
        <p:spPr>
          <a:xfrm>
            <a:off x="7351776" y="1837944"/>
            <a:ext cx="877824" cy="329184"/>
          </a:xfrm>
          <a:prstGeom prst="rect">
            <a:avLst/>
          </a:prstGeom>
          <a:noFill/>
          <a:ln/>
        </p:spPr>
        <p:txBody>
          <a:bodyPr wrap="square" lIns="0" tIns="0" rIns="0" bIns="0" rtlCol="0" anchor="ctr"/>
          <a:lstStyle/>
          <a:p>
            <a:pPr marL="0" indent="0" algn="ctr">
              <a:buNone/>
            </a:pPr>
            <a:r>
              <a:rPr lang="en-US" sz="1500" b="1" dirty="0">
                <a:solidFill>
                  <a:srgbClr val="A8F0A8"/>
                </a:solidFill>
                <a:latin typeface="Arial Black" pitchFamily="34" charset="0"/>
                <a:ea typeface="Arial Black" pitchFamily="34" charset="-122"/>
                <a:cs typeface="Arial Black" pitchFamily="34" charset="-120"/>
              </a:rPr>
              <a:t>SÍ</a:t>
            </a:r>
            <a:endParaRPr lang="en-US" sz="1500" dirty="0"/>
          </a:p>
        </p:txBody>
      </p:sp>
      <p:sp>
        <p:nvSpPr>
          <p:cNvPr id="23" name="Shape 20"/>
          <p:cNvSpPr/>
          <p:nvPr/>
        </p:nvSpPr>
        <p:spPr>
          <a:xfrm>
            <a:off x="8339328" y="1152144"/>
            <a:ext cx="877824" cy="1261872"/>
          </a:xfrm>
          <a:prstGeom prst="rect">
            <a:avLst/>
          </a:prstGeom>
          <a:solidFill>
            <a:srgbClr val="200A0A"/>
          </a:solidFill>
          <a:ln w="25400">
            <a:solidFill>
              <a:srgbClr val="E06060"/>
            </a:solidFill>
            <a:prstDash val="solid"/>
          </a:ln>
          <a:effectLst>
            <a:outerShdw blurRad="152400" dist="38100" dir="8100000" algn="bl" rotWithShape="0">
              <a:srgbClr val="000000">
                <a:alpha val="50000"/>
              </a:srgbClr>
            </a:outerShdw>
          </a:effectLst>
        </p:spPr>
        <p:txBody>
          <a:bodyPr/>
          <a:lstStyle/>
          <a:p>
            <a:endParaRPr lang="es-ES"/>
          </a:p>
        </p:txBody>
      </p:sp>
      <p:sp>
        <p:nvSpPr>
          <p:cNvPr id="24" name="Shape 21"/>
          <p:cNvSpPr/>
          <p:nvPr/>
        </p:nvSpPr>
        <p:spPr>
          <a:xfrm>
            <a:off x="8549640" y="1325880"/>
            <a:ext cx="457200" cy="457200"/>
          </a:xfrm>
          <a:prstGeom prst="rect">
            <a:avLst/>
          </a:prstGeom>
          <a:solidFill>
            <a:srgbClr val="000000">
              <a:alpha val="45000"/>
            </a:srgbClr>
          </a:solidFill>
          <a:ln w="31750">
            <a:solidFill>
              <a:srgbClr val="E06060"/>
            </a:solidFill>
            <a:prstDash val="solid"/>
          </a:ln>
        </p:spPr>
        <p:txBody>
          <a:bodyPr/>
          <a:lstStyle/>
          <a:p>
            <a:endParaRPr lang="es-ES"/>
          </a:p>
        </p:txBody>
      </p:sp>
      <p:sp>
        <p:nvSpPr>
          <p:cNvPr id="25" name="Text 22"/>
          <p:cNvSpPr/>
          <p:nvPr/>
        </p:nvSpPr>
        <p:spPr>
          <a:xfrm>
            <a:off x="8339328" y="1837944"/>
            <a:ext cx="877824" cy="329184"/>
          </a:xfrm>
          <a:prstGeom prst="rect">
            <a:avLst/>
          </a:prstGeom>
          <a:noFill/>
          <a:ln/>
        </p:spPr>
        <p:txBody>
          <a:bodyPr wrap="square" lIns="0" tIns="0" rIns="0" bIns="0" rtlCol="0" anchor="ctr"/>
          <a:lstStyle/>
          <a:p>
            <a:pPr marL="0" indent="0" algn="ctr">
              <a:buNone/>
            </a:pPr>
            <a:r>
              <a:rPr lang="en-US" sz="1500" b="1" dirty="0">
                <a:solidFill>
                  <a:srgbClr val="F0A8A8"/>
                </a:solidFill>
                <a:latin typeface="Arial Black" pitchFamily="34" charset="0"/>
                <a:ea typeface="Arial Black" pitchFamily="34" charset="-122"/>
                <a:cs typeface="Arial Black" pitchFamily="34" charset="-120"/>
              </a:rPr>
              <a:t>NO</a:t>
            </a:r>
            <a:endParaRPr lang="en-US" sz="1500" dirty="0"/>
          </a:p>
        </p:txBody>
      </p:sp>
      <p:sp>
        <p:nvSpPr>
          <p:cNvPr id="26" name="Shape 23"/>
          <p:cNvSpPr/>
          <p:nvPr/>
        </p:nvSpPr>
        <p:spPr>
          <a:xfrm>
            <a:off x="182880" y="2487168"/>
            <a:ext cx="7059168" cy="1261872"/>
          </a:xfrm>
          <a:prstGeom prst="rect">
            <a:avLst/>
          </a:prstGeom>
          <a:solidFill>
            <a:srgbClr val="0A1828"/>
          </a:solidFill>
          <a:ln w="15240">
            <a:solidFill>
              <a:srgbClr val="00C896"/>
            </a:solidFill>
            <a:prstDash val="solid"/>
          </a:ln>
          <a:effectLst>
            <a:outerShdw blurRad="152400" dist="38100" dir="8100000" algn="bl" rotWithShape="0">
              <a:srgbClr val="000000">
                <a:alpha val="50000"/>
              </a:srgbClr>
            </a:outerShdw>
          </a:effectLst>
        </p:spPr>
        <p:txBody>
          <a:bodyPr/>
          <a:lstStyle/>
          <a:p>
            <a:endParaRPr lang="es-ES"/>
          </a:p>
        </p:txBody>
      </p:sp>
      <p:sp>
        <p:nvSpPr>
          <p:cNvPr id="27" name="Shape 24"/>
          <p:cNvSpPr/>
          <p:nvPr/>
        </p:nvSpPr>
        <p:spPr>
          <a:xfrm>
            <a:off x="182880" y="2487168"/>
            <a:ext cx="64008" cy="1261872"/>
          </a:xfrm>
          <a:prstGeom prst="rect">
            <a:avLst/>
          </a:prstGeom>
          <a:solidFill>
            <a:srgbClr val="00C896"/>
          </a:solidFill>
          <a:ln w="12700">
            <a:solidFill>
              <a:srgbClr val="00C896"/>
            </a:solidFill>
            <a:prstDash val="solid"/>
          </a:ln>
        </p:spPr>
        <p:txBody>
          <a:bodyPr/>
          <a:lstStyle/>
          <a:p>
            <a:endParaRPr lang="es-ES"/>
          </a:p>
        </p:txBody>
      </p:sp>
      <p:sp>
        <p:nvSpPr>
          <p:cNvPr id="28" name="Shape 25"/>
          <p:cNvSpPr/>
          <p:nvPr/>
        </p:nvSpPr>
        <p:spPr>
          <a:xfrm>
            <a:off x="292608" y="2843784"/>
            <a:ext cx="548640" cy="548640"/>
          </a:xfrm>
          <a:prstGeom prst="line">
            <a:avLst/>
          </a:prstGeom>
          <a:solidFill>
            <a:srgbClr val="00C896"/>
          </a:solidFill>
          <a:ln w="12700">
            <a:solidFill>
              <a:srgbClr val="00C896"/>
            </a:solidFill>
            <a:prstDash val="solid"/>
          </a:ln>
        </p:spPr>
        <p:txBody>
          <a:bodyPr/>
          <a:lstStyle/>
          <a:p>
            <a:endParaRPr lang="es-ES"/>
          </a:p>
        </p:txBody>
      </p:sp>
      <p:sp>
        <p:nvSpPr>
          <p:cNvPr id="29" name="Text 26"/>
          <p:cNvSpPr/>
          <p:nvPr/>
        </p:nvSpPr>
        <p:spPr>
          <a:xfrm>
            <a:off x="292608" y="2843784"/>
            <a:ext cx="548640" cy="548640"/>
          </a:xfrm>
          <a:prstGeom prst="rect">
            <a:avLst/>
          </a:prstGeom>
          <a:noFill/>
          <a:ln/>
        </p:spPr>
        <p:txBody>
          <a:bodyPr wrap="square" lIns="0" tIns="0" rIns="0" bIns="0" rtlCol="0" anchor="ctr"/>
          <a:lstStyle/>
          <a:p>
            <a:pPr marL="0" indent="0" algn="ctr">
              <a:buNone/>
            </a:pPr>
            <a:r>
              <a:rPr lang="en-US" sz="1800" b="1" dirty="0">
                <a:solidFill>
                  <a:srgbClr val="000000"/>
                </a:solidFill>
                <a:latin typeface="Arial Black" pitchFamily="34" charset="0"/>
                <a:ea typeface="Arial Black" pitchFamily="34" charset="-122"/>
                <a:cs typeface="Arial Black" pitchFamily="34" charset="-120"/>
              </a:rPr>
              <a:t>2</a:t>
            </a:r>
            <a:endParaRPr lang="en-US" sz="1800" dirty="0"/>
          </a:p>
        </p:txBody>
      </p:sp>
      <p:sp>
        <p:nvSpPr>
          <p:cNvPr id="30" name="Text 27"/>
          <p:cNvSpPr/>
          <p:nvPr/>
        </p:nvSpPr>
        <p:spPr>
          <a:xfrm>
            <a:off x="969264" y="2596896"/>
            <a:ext cx="6144768" cy="1042416"/>
          </a:xfrm>
          <a:prstGeom prst="rect">
            <a:avLst/>
          </a:prstGeom>
          <a:noFill/>
          <a:ln/>
        </p:spPr>
        <p:txBody>
          <a:bodyPr wrap="square" rtlCol="0" anchor="ctr"/>
          <a:lstStyle/>
          <a:p>
            <a:pPr marL="0" indent="0" algn="l">
              <a:buNone/>
            </a:pPr>
            <a:r>
              <a:rPr lang="en-US" sz="1250" dirty="0">
                <a:solidFill>
                  <a:srgbClr val="FFFFFF"/>
                </a:solidFill>
                <a:latin typeface="Trebuchet MS" pitchFamily="34" charset="0"/>
                <a:ea typeface="Trebuchet MS" pitchFamily="34" charset="-122"/>
                <a:cs typeface="Trebuchet MS" pitchFamily="34" charset="-120"/>
              </a:rPr>
              <a:t>Escribo en un diario al menos una verdad que Dios me muestre esta semana en la Biblia y cómo la aplicaré (Sal. 119:105; Juan 15:7).</a:t>
            </a:r>
            <a:endParaRPr lang="en-US" sz="1250" dirty="0"/>
          </a:p>
        </p:txBody>
      </p:sp>
      <p:sp>
        <p:nvSpPr>
          <p:cNvPr id="31" name="Shape 28"/>
          <p:cNvSpPr/>
          <p:nvPr/>
        </p:nvSpPr>
        <p:spPr>
          <a:xfrm>
            <a:off x="7351776" y="2487168"/>
            <a:ext cx="877824" cy="1261872"/>
          </a:xfrm>
          <a:prstGeom prst="rect">
            <a:avLst/>
          </a:prstGeom>
          <a:solidFill>
            <a:srgbClr val="0A2014"/>
          </a:solidFill>
          <a:ln w="25400">
            <a:solidFill>
              <a:srgbClr val="4AE06A"/>
            </a:solidFill>
            <a:prstDash val="solid"/>
          </a:ln>
          <a:effectLst>
            <a:outerShdw blurRad="152400" dist="38100" dir="8100000" algn="bl" rotWithShape="0">
              <a:srgbClr val="000000">
                <a:alpha val="50000"/>
              </a:srgbClr>
            </a:outerShdw>
          </a:effectLst>
        </p:spPr>
        <p:txBody>
          <a:bodyPr/>
          <a:lstStyle/>
          <a:p>
            <a:endParaRPr lang="es-ES"/>
          </a:p>
        </p:txBody>
      </p:sp>
      <p:sp>
        <p:nvSpPr>
          <p:cNvPr id="32" name="Shape 29"/>
          <p:cNvSpPr/>
          <p:nvPr/>
        </p:nvSpPr>
        <p:spPr>
          <a:xfrm>
            <a:off x="7562088" y="2660904"/>
            <a:ext cx="457200" cy="457200"/>
          </a:xfrm>
          <a:prstGeom prst="rect">
            <a:avLst/>
          </a:prstGeom>
          <a:solidFill>
            <a:srgbClr val="000000">
              <a:alpha val="45000"/>
            </a:srgbClr>
          </a:solidFill>
          <a:ln w="31750">
            <a:solidFill>
              <a:srgbClr val="4AE06A"/>
            </a:solidFill>
            <a:prstDash val="solid"/>
          </a:ln>
        </p:spPr>
        <p:txBody>
          <a:bodyPr/>
          <a:lstStyle/>
          <a:p>
            <a:endParaRPr lang="es-ES"/>
          </a:p>
        </p:txBody>
      </p:sp>
      <p:sp>
        <p:nvSpPr>
          <p:cNvPr id="33" name="Text 30"/>
          <p:cNvSpPr/>
          <p:nvPr/>
        </p:nvSpPr>
        <p:spPr>
          <a:xfrm>
            <a:off x="7351776" y="3172968"/>
            <a:ext cx="877824" cy="329184"/>
          </a:xfrm>
          <a:prstGeom prst="rect">
            <a:avLst/>
          </a:prstGeom>
          <a:noFill/>
          <a:ln/>
        </p:spPr>
        <p:txBody>
          <a:bodyPr wrap="square" lIns="0" tIns="0" rIns="0" bIns="0" rtlCol="0" anchor="ctr"/>
          <a:lstStyle/>
          <a:p>
            <a:pPr marL="0" indent="0" algn="ctr">
              <a:buNone/>
            </a:pPr>
            <a:r>
              <a:rPr lang="en-US" sz="1500" b="1" dirty="0">
                <a:solidFill>
                  <a:srgbClr val="A8F0A8"/>
                </a:solidFill>
                <a:latin typeface="Arial Black" pitchFamily="34" charset="0"/>
                <a:ea typeface="Arial Black" pitchFamily="34" charset="-122"/>
                <a:cs typeface="Arial Black" pitchFamily="34" charset="-120"/>
              </a:rPr>
              <a:t>SÍ</a:t>
            </a:r>
            <a:endParaRPr lang="en-US" sz="1500" dirty="0"/>
          </a:p>
        </p:txBody>
      </p:sp>
      <p:sp>
        <p:nvSpPr>
          <p:cNvPr id="34" name="Shape 31"/>
          <p:cNvSpPr/>
          <p:nvPr/>
        </p:nvSpPr>
        <p:spPr>
          <a:xfrm>
            <a:off x="8339328" y="2487168"/>
            <a:ext cx="877824" cy="1261872"/>
          </a:xfrm>
          <a:prstGeom prst="rect">
            <a:avLst/>
          </a:prstGeom>
          <a:solidFill>
            <a:srgbClr val="200A0A"/>
          </a:solidFill>
          <a:ln w="25400">
            <a:solidFill>
              <a:srgbClr val="E06060"/>
            </a:solidFill>
            <a:prstDash val="solid"/>
          </a:ln>
          <a:effectLst>
            <a:outerShdw blurRad="152400" dist="38100" dir="8100000" algn="bl" rotWithShape="0">
              <a:srgbClr val="000000">
                <a:alpha val="50000"/>
              </a:srgbClr>
            </a:outerShdw>
          </a:effectLst>
        </p:spPr>
        <p:txBody>
          <a:bodyPr/>
          <a:lstStyle/>
          <a:p>
            <a:endParaRPr lang="es-ES"/>
          </a:p>
        </p:txBody>
      </p:sp>
      <p:sp>
        <p:nvSpPr>
          <p:cNvPr id="35" name="Shape 32"/>
          <p:cNvSpPr/>
          <p:nvPr/>
        </p:nvSpPr>
        <p:spPr>
          <a:xfrm>
            <a:off x="8549640" y="2660904"/>
            <a:ext cx="457200" cy="457200"/>
          </a:xfrm>
          <a:prstGeom prst="rect">
            <a:avLst/>
          </a:prstGeom>
          <a:solidFill>
            <a:srgbClr val="000000">
              <a:alpha val="45000"/>
            </a:srgbClr>
          </a:solidFill>
          <a:ln w="31750">
            <a:solidFill>
              <a:srgbClr val="E06060"/>
            </a:solidFill>
            <a:prstDash val="solid"/>
          </a:ln>
        </p:spPr>
        <p:txBody>
          <a:bodyPr/>
          <a:lstStyle/>
          <a:p>
            <a:endParaRPr lang="es-ES"/>
          </a:p>
        </p:txBody>
      </p:sp>
      <p:sp>
        <p:nvSpPr>
          <p:cNvPr id="36" name="Text 33"/>
          <p:cNvSpPr/>
          <p:nvPr/>
        </p:nvSpPr>
        <p:spPr>
          <a:xfrm>
            <a:off x="8339328" y="3172968"/>
            <a:ext cx="877824" cy="329184"/>
          </a:xfrm>
          <a:prstGeom prst="rect">
            <a:avLst/>
          </a:prstGeom>
          <a:noFill/>
          <a:ln/>
        </p:spPr>
        <p:txBody>
          <a:bodyPr wrap="square" lIns="0" tIns="0" rIns="0" bIns="0" rtlCol="0" anchor="ctr"/>
          <a:lstStyle/>
          <a:p>
            <a:pPr marL="0" indent="0" algn="ctr">
              <a:buNone/>
            </a:pPr>
            <a:r>
              <a:rPr lang="en-US" sz="1500" b="1" dirty="0">
                <a:solidFill>
                  <a:srgbClr val="F0A8A8"/>
                </a:solidFill>
                <a:latin typeface="Arial Black" pitchFamily="34" charset="0"/>
                <a:ea typeface="Arial Black" pitchFamily="34" charset="-122"/>
                <a:cs typeface="Arial Black" pitchFamily="34" charset="-120"/>
              </a:rPr>
              <a:t>NO</a:t>
            </a:r>
            <a:endParaRPr lang="en-US" sz="1500" dirty="0"/>
          </a:p>
        </p:txBody>
      </p:sp>
      <p:sp>
        <p:nvSpPr>
          <p:cNvPr id="37" name="Shape 34"/>
          <p:cNvSpPr/>
          <p:nvPr/>
        </p:nvSpPr>
        <p:spPr>
          <a:xfrm>
            <a:off x="182880" y="3822192"/>
            <a:ext cx="7059168" cy="1261872"/>
          </a:xfrm>
          <a:prstGeom prst="rect">
            <a:avLst/>
          </a:prstGeom>
          <a:solidFill>
            <a:srgbClr val="0E1E34"/>
          </a:solidFill>
          <a:ln w="15240">
            <a:solidFill>
              <a:srgbClr val="00C896"/>
            </a:solidFill>
            <a:prstDash val="solid"/>
          </a:ln>
          <a:effectLst>
            <a:outerShdw blurRad="152400" dist="38100" dir="8100000" algn="bl" rotWithShape="0">
              <a:srgbClr val="000000">
                <a:alpha val="50000"/>
              </a:srgbClr>
            </a:outerShdw>
          </a:effectLst>
        </p:spPr>
        <p:txBody>
          <a:bodyPr/>
          <a:lstStyle/>
          <a:p>
            <a:endParaRPr lang="es-ES"/>
          </a:p>
        </p:txBody>
      </p:sp>
      <p:sp>
        <p:nvSpPr>
          <p:cNvPr id="38" name="Shape 35"/>
          <p:cNvSpPr/>
          <p:nvPr/>
        </p:nvSpPr>
        <p:spPr>
          <a:xfrm>
            <a:off x="182880" y="3822192"/>
            <a:ext cx="64008" cy="1261872"/>
          </a:xfrm>
          <a:prstGeom prst="rect">
            <a:avLst/>
          </a:prstGeom>
          <a:solidFill>
            <a:srgbClr val="00C896"/>
          </a:solidFill>
          <a:ln w="12700">
            <a:solidFill>
              <a:srgbClr val="00C896"/>
            </a:solidFill>
            <a:prstDash val="solid"/>
          </a:ln>
        </p:spPr>
        <p:txBody>
          <a:bodyPr/>
          <a:lstStyle/>
          <a:p>
            <a:endParaRPr lang="es-ES"/>
          </a:p>
        </p:txBody>
      </p:sp>
      <p:sp>
        <p:nvSpPr>
          <p:cNvPr id="39" name="Shape 36"/>
          <p:cNvSpPr/>
          <p:nvPr/>
        </p:nvSpPr>
        <p:spPr>
          <a:xfrm>
            <a:off x="292608" y="4178808"/>
            <a:ext cx="548640" cy="548640"/>
          </a:xfrm>
          <a:prstGeom prst="line">
            <a:avLst/>
          </a:prstGeom>
          <a:solidFill>
            <a:srgbClr val="00C896"/>
          </a:solidFill>
          <a:ln w="12700">
            <a:solidFill>
              <a:srgbClr val="00C896"/>
            </a:solidFill>
            <a:prstDash val="solid"/>
          </a:ln>
        </p:spPr>
        <p:txBody>
          <a:bodyPr/>
          <a:lstStyle/>
          <a:p>
            <a:endParaRPr lang="es-ES"/>
          </a:p>
        </p:txBody>
      </p:sp>
      <p:sp>
        <p:nvSpPr>
          <p:cNvPr id="40" name="Text 37"/>
          <p:cNvSpPr/>
          <p:nvPr/>
        </p:nvSpPr>
        <p:spPr>
          <a:xfrm>
            <a:off x="292608" y="4178808"/>
            <a:ext cx="548640" cy="548640"/>
          </a:xfrm>
          <a:prstGeom prst="rect">
            <a:avLst/>
          </a:prstGeom>
          <a:noFill/>
          <a:ln/>
        </p:spPr>
        <p:txBody>
          <a:bodyPr wrap="square" lIns="0" tIns="0" rIns="0" bIns="0" rtlCol="0" anchor="ctr"/>
          <a:lstStyle/>
          <a:p>
            <a:pPr marL="0" indent="0" algn="ctr">
              <a:buNone/>
            </a:pPr>
            <a:r>
              <a:rPr lang="en-US" sz="1800" b="1" dirty="0">
                <a:solidFill>
                  <a:srgbClr val="000000"/>
                </a:solidFill>
                <a:latin typeface="Arial Black" pitchFamily="34" charset="0"/>
                <a:ea typeface="Arial Black" pitchFamily="34" charset="-122"/>
                <a:cs typeface="Arial Black" pitchFamily="34" charset="-120"/>
              </a:rPr>
              <a:t>3</a:t>
            </a:r>
            <a:endParaRPr lang="en-US" sz="1800" dirty="0"/>
          </a:p>
        </p:txBody>
      </p:sp>
      <p:sp>
        <p:nvSpPr>
          <p:cNvPr id="41" name="Text 38"/>
          <p:cNvSpPr/>
          <p:nvPr/>
        </p:nvSpPr>
        <p:spPr>
          <a:xfrm>
            <a:off x="969264" y="3931920"/>
            <a:ext cx="6144768" cy="1042416"/>
          </a:xfrm>
          <a:prstGeom prst="rect">
            <a:avLst/>
          </a:prstGeom>
          <a:noFill/>
          <a:ln/>
        </p:spPr>
        <p:txBody>
          <a:bodyPr wrap="square" rtlCol="0" anchor="ctr"/>
          <a:lstStyle/>
          <a:p>
            <a:pPr marL="0" indent="0" algn="l">
              <a:buNone/>
            </a:pPr>
            <a:r>
              <a:rPr lang="en-US" sz="1250" dirty="0">
                <a:solidFill>
                  <a:srgbClr val="FFFFFF"/>
                </a:solidFill>
                <a:latin typeface="Trebuchet MS" pitchFamily="34" charset="0"/>
                <a:ea typeface="Trebuchet MS" pitchFamily="34" charset="-122"/>
                <a:cs typeface="Trebuchet MS" pitchFamily="34" charset="-120"/>
              </a:rPr>
              <a:t>Comparto con alguien cercano algo que Dios me habló a través de la Palabra esta semana, porque compartir la Biblia es parte de estudiarla bien (Sal. 119:171-172).</a:t>
            </a:r>
            <a:endParaRPr lang="en-US" sz="1250" dirty="0"/>
          </a:p>
        </p:txBody>
      </p:sp>
      <p:sp>
        <p:nvSpPr>
          <p:cNvPr id="42" name="Shape 39"/>
          <p:cNvSpPr/>
          <p:nvPr/>
        </p:nvSpPr>
        <p:spPr>
          <a:xfrm>
            <a:off x="7351776" y="3822192"/>
            <a:ext cx="877824" cy="1261872"/>
          </a:xfrm>
          <a:prstGeom prst="rect">
            <a:avLst/>
          </a:prstGeom>
          <a:solidFill>
            <a:srgbClr val="0A2014"/>
          </a:solidFill>
          <a:ln w="25400">
            <a:solidFill>
              <a:srgbClr val="4AE06A"/>
            </a:solidFill>
            <a:prstDash val="solid"/>
          </a:ln>
          <a:effectLst>
            <a:outerShdw blurRad="152400" dist="38100" dir="8100000" algn="bl" rotWithShape="0">
              <a:srgbClr val="000000">
                <a:alpha val="50000"/>
              </a:srgbClr>
            </a:outerShdw>
          </a:effectLst>
        </p:spPr>
        <p:txBody>
          <a:bodyPr/>
          <a:lstStyle/>
          <a:p>
            <a:endParaRPr lang="es-ES"/>
          </a:p>
        </p:txBody>
      </p:sp>
      <p:sp>
        <p:nvSpPr>
          <p:cNvPr id="43" name="Shape 40"/>
          <p:cNvSpPr/>
          <p:nvPr/>
        </p:nvSpPr>
        <p:spPr>
          <a:xfrm>
            <a:off x="7562088" y="3995928"/>
            <a:ext cx="457200" cy="457200"/>
          </a:xfrm>
          <a:prstGeom prst="rect">
            <a:avLst/>
          </a:prstGeom>
          <a:solidFill>
            <a:srgbClr val="000000">
              <a:alpha val="45000"/>
            </a:srgbClr>
          </a:solidFill>
          <a:ln w="31750">
            <a:solidFill>
              <a:srgbClr val="4AE06A"/>
            </a:solidFill>
            <a:prstDash val="solid"/>
          </a:ln>
        </p:spPr>
        <p:txBody>
          <a:bodyPr/>
          <a:lstStyle/>
          <a:p>
            <a:endParaRPr lang="es-ES"/>
          </a:p>
        </p:txBody>
      </p:sp>
      <p:sp>
        <p:nvSpPr>
          <p:cNvPr id="44" name="Text 41"/>
          <p:cNvSpPr/>
          <p:nvPr/>
        </p:nvSpPr>
        <p:spPr>
          <a:xfrm>
            <a:off x="7351776" y="4507992"/>
            <a:ext cx="877824" cy="329184"/>
          </a:xfrm>
          <a:prstGeom prst="rect">
            <a:avLst/>
          </a:prstGeom>
          <a:noFill/>
          <a:ln/>
        </p:spPr>
        <p:txBody>
          <a:bodyPr wrap="square" lIns="0" tIns="0" rIns="0" bIns="0" rtlCol="0" anchor="ctr"/>
          <a:lstStyle/>
          <a:p>
            <a:pPr marL="0" indent="0" algn="ctr">
              <a:buNone/>
            </a:pPr>
            <a:r>
              <a:rPr lang="en-US" sz="1500" b="1" dirty="0">
                <a:solidFill>
                  <a:srgbClr val="A8F0A8"/>
                </a:solidFill>
                <a:latin typeface="Arial Black" pitchFamily="34" charset="0"/>
                <a:ea typeface="Arial Black" pitchFamily="34" charset="-122"/>
                <a:cs typeface="Arial Black" pitchFamily="34" charset="-120"/>
              </a:rPr>
              <a:t>SÍ</a:t>
            </a:r>
            <a:endParaRPr lang="en-US" sz="1500" dirty="0"/>
          </a:p>
        </p:txBody>
      </p:sp>
      <p:sp>
        <p:nvSpPr>
          <p:cNvPr id="45" name="Shape 42"/>
          <p:cNvSpPr/>
          <p:nvPr/>
        </p:nvSpPr>
        <p:spPr>
          <a:xfrm>
            <a:off x="8339328" y="3822192"/>
            <a:ext cx="877824" cy="1261872"/>
          </a:xfrm>
          <a:prstGeom prst="rect">
            <a:avLst/>
          </a:prstGeom>
          <a:solidFill>
            <a:srgbClr val="200A0A"/>
          </a:solidFill>
          <a:ln w="25400">
            <a:solidFill>
              <a:srgbClr val="E06060"/>
            </a:solidFill>
            <a:prstDash val="solid"/>
          </a:ln>
          <a:effectLst>
            <a:outerShdw blurRad="152400" dist="38100" dir="8100000" algn="bl" rotWithShape="0">
              <a:srgbClr val="000000">
                <a:alpha val="50000"/>
              </a:srgbClr>
            </a:outerShdw>
          </a:effectLst>
        </p:spPr>
        <p:txBody>
          <a:bodyPr/>
          <a:lstStyle/>
          <a:p>
            <a:endParaRPr lang="es-ES"/>
          </a:p>
        </p:txBody>
      </p:sp>
      <p:sp>
        <p:nvSpPr>
          <p:cNvPr id="46" name="Shape 43"/>
          <p:cNvSpPr/>
          <p:nvPr/>
        </p:nvSpPr>
        <p:spPr>
          <a:xfrm>
            <a:off x="8549640" y="3995928"/>
            <a:ext cx="457200" cy="457200"/>
          </a:xfrm>
          <a:prstGeom prst="rect">
            <a:avLst/>
          </a:prstGeom>
          <a:solidFill>
            <a:srgbClr val="000000">
              <a:alpha val="45000"/>
            </a:srgbClr>
          </a:solidFill>
          <a:ln w="31750">
            <a:solidFill>
              <a:srgbClr val="E06060"/>
            </a:solidFill>
            <a:prstDash val="solid"/>
          </a:ln>
        </p:spPr>
        <p:txBody>
          <a:bodyPr/>
          <a:lstStyle/>
          <a:p>
            <a:endParaRPr lang="es-ES"/>
          </a:p>
        </p:txBody>
      </p:sp>
      <p:sp>
        <p:nvSpPr>
          <p:cNvPr id="47" name="Text 44"/>
          <p:cNvSpPr/>
          <p:nvPr/>
        </p:nvSpPr>
        <p:spPr>
          <a:xfrm>
            <a:off x="8339328" y="4507992"/>
            <a:ext cx="877824" cy="329184"/>
          </a:xfrm>
          <a:prstGeom prst="rect">
            <a:avLst/>
          </a:prstGeom>
          <a:noFill/>
          <a:ln/>
        </p:spPr>
        <p:txBody>
          <a:bodyPr wrap="square" lIns="0" tIns="0" rIns="0" bIns="0" rtlCol="0" anchor="ctr"/>
          <a:lstStyle/>
          <a:p>
            <a:pPr marL="0" indent="0" algn="ctr">
              <a:buNone/>
            </a:pPr>
            <a:r>
              <a:rPr lang="en-US" sz="1500" b="1" dirty="0">
                <a:solidFill>
                  <a:srgbClr val="F0A8A8"/>
                </a:solidFill>
                <a:latin typeface="Arial Black" pitchFamily="34" charset="0"/>
                <a:ea typeface="Arial Black" pitchFamily="34" charset="-122"/>
                <a:cs typeface="Arial Black" pitchFamily="34" charset="-120"/>
              </a:rPr>
              <a:t>NO</a:t>
            </a:r>
            <a:endParaRPr lang="en-US" sz="1500" dirty="0"/>
          </a:p>
        </p:txBody>
      </p:sp>
      <p:sp>
        <p:nvSpPr>
          <p:cNvPr id="48" name="Text 45"/>
          <p:cNvSpPr/>
          <p:nvPr/>
        </p:nvSpPr>
        <p:spPr>
          <a:xfrm>
            <a:off x="182880" y="4686300"/>
            <a:ext cx="8778240" cy="256032"/>
          </a:xfrm>
          <a:prstGeom prst="rect">
            <a:avLst/>
          </a:prstGeom>
          <a:noFill/>
          <a:ln/>
        </p:spPr>
        <p:txBody>
          <a:bodyPr wrap="square" lIns="0" tIns="0" rIns="0" bIns="0" rtlCol="0" anchor="ctr"/>
          <a:lstStyle/>
          <a:p>
            <a:pPr marL="0" indent="0" algn="ctr">
              <a:buNone/>
            </a:pPr>
            <a:r>
              <a:rPr lang="en-US" sz="800" i="1" dirty="0">
                <a:solidFill>
                  <a:srgbClr val="9999BB"/>
                </a:solidFill>
                <a:latin typeface="Calibri" pitchFamily="34" charset="0"/>
                <a:ea typeface="Calibri" pitchFamily="34" charset="-122"/>
                <a:cs typeface="Calibri" pitchFamily="34" charset="-120"/>
              </a:rPr>
              <a:t>«Tu palabra es una lámpara a mis pies y una luz en mi camino.» (Sal. 119:105)</a:t>
            </a:r>
            <a:endParaRPr lang="en-US" sz="800" dirty="0"/>
          </a:p>
        </p:txBody>
      </p:sp>
      <p:sp>
        <p:nvSpPr>
          <p:cNvPr id="49" name="Text 46"/>
          <p:cNvSpPr/>
          <p:nvPr/>
        </p:nvSpPr>
        <p:spPr>
          <a:xfrm>
            <a:off x="0" y="4960620"/>
            <a:ext cx="9144000" cy="164592"/>
          </a:xfrm>
          <a:prstGeom prst="rect">
            <a:avLst/>
          </a:prstGeom>
          <a:noFill/>
          <a:ln/>
        </p:spPr>
        <p:txBody>
          <a:bodyPr wrap="square" lIns="0" tIns="0" rIns="0" bIns="0" rtlCol="0" anchor="ctr"/>
          <a:lstStyle/>
          <a:p>
            <a:pPr marL="0" indent="0" algn="ctr">
              <a:buNone/>
            </a:pPr>
            <a:r>
              <a:rPr lang="en-US" sz="700" i="1" dirty="0">
                <a:solidFill>
                  <a:srgbClr val="777799"/>
                </a:solidFill>
                <a:latin typeface="Calibri" pitchFamily="34" charset="0"/>
                <a:ea typeface="Calibri" pitchFamily="34" charset="-122"/>
                <a:cs typeface="Calibri" pitchFamily="34" charset="-120"/>
              </a:rPr>
              <a:t>Dr. Tito Goicochea M.  ·  NEED - DSA  ·  II Trimestre 2026</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00000">
              <a:alpha val="38000"/>
            </a:srgbClr>
          </a:solidFill>
          <a:ln w="12700">
            <a:solidFill>
              <a:srgbClr val="000000"/>
            </a:solidFill>
            <a:prstDash val="solid"/>
          </a:ln>
        </p:spPr>
        <p:txBody>
          <a:bodyPr/>
          <a:lstStyle/>
          <a:p>
            <a:endParaRPr lang="es-ES"/>
          </a:p>
        </p:txBody>
      </p:sp>
      <p:sp>
        <p:nvSpPr>
          <p:cNvPr id="4" name="Shape 1"/>
          <p:cNvSpPr/>
          <p:nvPr/>
        </p:nvSpPr>
        <p:spPr>
          <a:xfrm>
            <a:off x="0" y="0"/>
            <a:ext cx="9144000" cy="54864"/>
          </a:xfrm>
          <a:prstGeom prst="rect">
            <a:avLst/>
          </a:prstGeom>
          <a:solidFill>
            <a:srgbClr val="00C896"/>
          </a:solidFill>
          <a:ln w="12700">
            <a:solidFill>
              <a:srgbClr val="00C896"/>
            </a:solidFill>
            <a:prstDash val="solid"/>
          </a:ln>
        </p:spPr>
        <p:txBody>
          <a:bodyPr/>
          <a:lstStyle/>
          <a:p>
            <a:endParaRPr lang="es-ES"/>
          </a:p>
        </p:txBody>
      </p:sp>
      <p:sp>
        <p:nvSpPr>
          <p:cNvPr id="5" name="Shape 2"/>
          <p:cNvSpPr/>
          <p:nvPr/>
        </p:nvSpPr>
        <p:spPr>
          <a:xfrm>
            <a:off x="0" y="5070348"/>
            <a:ext cx="9144000" cy="73152"/>
          </a:xfrm>
          <a:prstGeom prst="rect">
            <a:avLst/>
          </a:prstGeom>
          <a:solidFill>
            <a:srgbClr val="00C896"/>
          </a:solidFill>
          <a:ln w="12700">
            <a:solidFill>
              <a:srgbClr val="00C896"/>
            </a:solidFill>
            <a:prstDash val="solid"/>
          </a:ln>
        </p:spPr>
        <p:txBody>
          <a:bodyPr/>
          <a:lstStyle/>
          <a:p>
            <a:endParaRPr lang="es-ES"/>
          </a:p>
        </p:txBody>
      </p:sp>
      <p:sp>
        <p:nvSpPr>
          <p:cNvPr id="6" name="Text 3"/>
          <p:cNvSpPr/>
          <p:nvPr/>
        </p:nvSpPr>
        <p:spPr>
          <a:xfrm>
            <a:off x="274320" y="621792"/>
            <a:ext cx="8595360" cy="2240280"/>
          </a:xfrm>
          <a:prstGeom prst="rect">
            <a:avLst/>
          </a:prstGeom>
          <a:noFill/>
          <a:ln/>
        </p:spPr>
        <p:txBody>
          <a:bodyPr wrap="square" rtlCol="0" anchor="ctr"/>
          <a:lstStyle/>
          <a:p>
            <a:pPr marL="0" indent="0" algn="ctr">
              <a:buNone/>
            </a:pPr>
            <a:r>
              <a:rPr lang="en-US" sz="7800" b="1" dirty="0">
                <a:solidFill>
                  <a:srgbClr val="FFFFFF"/>
                </a:solidFill>
                <a:latin typeface="Arial Black" pitchFamily="34" charset="0"/>
                <a:ea typeface="Arial Black" pitchFamily="34" charset="-122"/>
                <a:cs typeface="Arial Black" pitchFamily="34" charset="-120"/>
              </a:rPr>
              <a:t>¡Gracias!</a:t>
            </a:r>
            <a:endParaRPr lang="en-US" sz="7800" dirty="0"/>
          </a:p>
        </p:txBody>
      </p:sp>
      <p:sp>
        <p:nvSpPr>
          <p:cNvPr id="7" name="Text 4"/>
          <p:cNvSpPr/>
          <p:nvPr/>
        </p:nvSpPr>
        <p:spPr>
          <a:xfrm>
            <a:off x="274320" y="2907792"/>
            <a:ext cx="8595360" cy="402336"/>
          </a:xfrm>
          <a:prstGeom prst="rect">
            <a:avLst/>
          </a:prstGeom>
          <a:noFill/>
          <a:ln/>
        </p:spPr>
        <p:txBody>
          <a:bodyPr wrap="square" rtlCol="0" anchor="ctr"/>
          <a:lstStyle/>
          <a:p>
            <a:pPr marL="0" indent="0" algn="ctr">
              <a:buNone/>
            </a:pPr>
            <a:r>
              <a:rPr lang="en-US" sz="1600" i="1" dirty="0" err="1">
                <a:solidFill>
                  <a:srgbClr val="00C896"/>
                </a:solidFill>
                <a:latin typeface="Trebuchet MS" pitchFamily="34" charset="0"/>
                <a:ea typeface="Trebuchet MS" pitchFamily="34" charset="-122"/>
                <a:cs typeface="Trebuchet MS" pitchFamily="34" charset="-120"/>
              </a:rPr>
              <a:t>Lección</a:t>
            </a:r>
            <a:r>
              <a:rPr lang="en-US" sz="1600" i="1">
                <a:solidFill>
                  <a:srgbClr val="00C896"/>
                </a:solidFill>
                <a:latin typeface="Trebuchet MS" pitchFamily="34" charset="0"/>
                <a:ea typeface="Trebuchet MS" pitchFamily="34" charset="-122"/>
                <a:cs typeface="Trebuchet MS" pitchFamily="34" charset="-120"/>
              </a:rPr>
              <a:t> Joven 5  </a:t>
            </a:r>
            <a:r>
              <a:rPr lang="en-US" sz="1600" i="1" dirty="0">
                <a:solidFill>
                  <a:srgbClr val="00C896"/>
                </a:solidFill>
                <a:latin typeface="Trebuchet MS" pitchFamily="34" charset="0"/>
                <a:ea typeface="Trebuchet MS" pitchFamily="34" charset="-122"/>
                <a:cs typeface="Trebuchet MS" pitchFamily="34" charset="-120"/>
              </a:rPr>
              <a:t>·  Cómo estudiar la Biblia</a:t>
            </a:r>
            <a:endParaRPr lang="en-US" sz="1600" dirty="0"/>
          </a:p>
        </p:txBody>
      </p:sp>
      <p:sp>
        <p:nvSpPr>
          <p:cNvPr id="8" name="Text 5"/>
          <p:cNvSpPr/>
          <p:nvPr/>
        </p:nvSpPr>
        <p:spPr>
          <a:xfrm>
            <a:off x="274320" y="3401568"/>
            <a:ext cx="8595360" cy="804672"/>
          </a:xfrm>
          <a:prstGeom prst="rect">
            <a:avLst/>
          </a:prstGeom>
          <a:noFill/>
          <a:ln/>
        </p:spPr>
        <p:txBody>
          <a:bodyPr wrap="square" rtlCol="0" anchor="ctr"/>
          <a:lstStyle/>
          <a:p>
            <a:pPr marL="0" indent="0" algn="ctr">
              <a:buNone/>
            </a:pPr>
            <a:r>
              <a:rPr lang="en-US" sz="1400" b="1" dirty="0">
                <a:solidFill>
                  <a:srgbClr val="DDDDEE"/>
                </a:solidFill>
                <a:latin typeface="Calibri" pitchFamily="34" charset="0"/>
                <a:ea typeface="Calibri" pitchFamily="34" charset="-122"/>
                <a:cs typeface="Calibri" pitchFamily="34" charset="-120"/>
              </a:rPr>
              <a:t>Dr. Tito Goicochea M.</a:t>
            </a:r>
            <a:endParaRPr lang="en-US" sz="1400" dirty="0"/>
          </a:p>
          <a:p>
            <a:pPr marL="0" indent="0" algn="ctr">
              <a:buNone/>
            </a:pPr>
            <a:r>
              <a:rPr lang="en-US" sz="1400" i="1" dirty="0">
                <a:solidFill>
                  <a:srgbClr val="DDDDEE"/>
                </a:solidFill>
                <a:latin typeface="Calibri" pitchFamily="34" charset="0"/>
                <a:ea typeface="Calibri" pitchFamily="34" charset="-122"/>
                <a:cs typeface="Calibri" pitchFamily="34" charset="-120"/>
              </a:rPr>
              <a:t>NEED - DSA  ·  II Trimestre 2026</a:t>
            </a:r>
            <a:endParaRPr lang="en-US" sz="1400" dirty="0"/>
          </a:p>
        </p:txBody>
      </p:sp>
      <p:sp>
        <p:nvSpPr>
          <p:cNvPr id="9" name="Text 6"/>
          <p:cNvSpPr/>
          <p:nvPr/>
        </p:nvSpPr>
        <p:spPr>
          <a:xfrm>
            <a:off x="0" y="4960620"/>
            <a:ext cx="9144000" cy="164592"/>
          </a:xfrm>
          <a:prstGeom prst="rect">
            <a:avLst/>
          </a:prstGeom>
          <a:noFill/>
          <a:ln/>
        </p:spPr>
        <p:txBody>
          <a:bodyPr wrap="square" lIns="0" tIns="0" rIns="0" bIns="0" rtlCol="0" anchor="ctr"/>
          <a:lstStyle/>
          <a:p>
            <a:pPr marL="0" indent="0" algn="ctr">
              <a:buNone/>
            </a:pPr>
            <a:r>
              <a:rPr lang="en-US" sz="700" i="1" dirty="0">
                <a:solidFill>
                  <a:srgbClr val="777799"/>
                </a:solidFill>
                <a:latin typeface="Calibri" pitchFamily="34" charset="0"/>
                <a:ea typeface="Calibri" pitchFamily="34" charset="-122"/>
                <a:cs typeface="Calibri" pitchFamily="34" charset="-120"/>
              </a:rPr>
              <a:t>Dr. Tito Goicochea M.  ·  NEED - DSA  ·  II Trimestre 2026</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1098</Words>
  <Application>Microsoft Macintosh PowerPoint</Application>
  <PresentationFormat>Presentación en pantalla (16:9)</PresentationFormat>
  <Paragraphs>93</Paragraphs>
  <Slides>8</Slides>
  <Notes>8</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8</vt:i4>
      </vt:variant>
    </vt:vector>
  </HeadingPairs>
  <TitlesOfParts>
    <vt:vector size="14" baseType="lpstr">
      <vt:lpstr>Arial</vt:lpstr>
      <vt:lpstr>Arial Black</vt:lpstr>
      <vt:lpstr>Calibri</vt:lpstr>
      <vt:lpstr>Georgia</vt:lpstr>
      <vt:lpstr>Trebuchet MS</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Bosquejo LES Joven L5 — Cómo estudiar la Biblia</dc:title>
  <dc:subject>PptxGenJS Presentation</dc:subject>
  <dc:creator>Dr. Tito Goicochea M.</dc:creator>
  <cp:lastModifiedBy>Tito Goicochea Malaver</cp:lastModifiedBy>
  <cp:revision>2</cp:revision>
  <dcterms:created xsi:type="dcterms:W3CDTF">2026-03-29T17:48:04Z</dcterms:created>
  <dcterms:modified xsi:type="dcterms:W3CDTF">2026-03-29T18:01:46Z</dcterms:modified>
</cp:coreProperties>
</file>