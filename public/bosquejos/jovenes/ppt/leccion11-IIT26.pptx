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646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201168" y="2926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800" dirty="0">
                <a:solidFill>
                  <a:srgbClr val="E87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LECCIÓN JOVEN 11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" y="786384"/>
            <a:ext cx="6217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REVESES</a:t>
            </a:r>
            <a:endParaRPr lang="en-US" sz="5800" dirty="0"/>
          </a:p>
        </p:txBody>
      </p:sp>
      <p:sp>
        <p:nvSpPr>
          <p:cNvPr id="7" name="Shape 4"/>
          <p:cNvSpPr/>
          <p:nvPr/>
        </p:nvSpPr>
        <p:spPr>
          <a:xfrm>
            <a:off x="182880" y="3218688"/>
            <a:ext cx="2926080" cy="475488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82880" y="32186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Marcos 4:35 — 5:43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82880" y="3822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 junio de 2026  ·  II Trimestre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C45000"/>
          </a:solidFill>
          <a:ln w="12700">
            <a:solidFill>
              <a:srgbClr val="C45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C45000"/>
          </a:solidFill>
          <a:ln w="12700">
            <a:solidFill>
              <a:srgbClr val="C45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1  ·  MOTIVA  (INICIA)  —  ¿Por qué es importante este estudio para mi vida?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2880" y="749808"/>
            <a:ext cx="8778240" cy="475488"/>
          </a:xfrm>
          <a:prstGeom prst="rect">
            <a:avLst/>
          </a:prstGeom>
          <a:solidFill>
            <a:srgbClr val="000000">
              <a:alpha val="60000"/>
            </a:srgbClr>
          </a:solidFill>
          <a:ln w="1905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29184" y="7498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5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principal de la semana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0" y="74980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87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Marcos 4:35 — 5:43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82880" y="1298448"/>
            <a:ext cx="8778240" cy="1536192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444466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182880" y="1298448"/>
            <a:ext cx="54864" cy="1536192"/>
          </a:xfrm>
          <a:prstGeom prst="rect">
            <a:avLst/>
          </a:prstGeom>
          <a:solidFill>
            <a:srgbClr val="5566AA"/>
          </a:solidFill>
          <a:ln w="12700">
            <a:solidFill>
              <a:srgbClr val="5566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310896" y="1344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9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Tema Central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10896" y="1609344"/>
            <a:ext cx="8503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registra tres escenas seguidas: una tormenta en el lago, una mujer que lleva doce años sufriendo, y una niña que muere. En los tres casos Jesús está presente y actúa. Los reveses no son ausencia de Dios; son oportunidades para descubrir que él tiene el control cuando nosotros no lo tenemos.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82880" y="2907792"/>
            <a:ext cx="8778240" cy="1828800"/>
          </a:xfrm>
          <a:prstGeom prst="rect">
            <a:avLst/>
          </a:prstGeom>
          <a:solidFill>
            <a:srgbClr val="0A1830">
              <a:alpha val="85000"/>
            </a:srgbClr>
          </a:solidFill>
          <a:ln w="25400">
            <a:solidFill>
              <a:srgbClr val="E87C1E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182880" y="2907792"/>
            <a:ext cx="54864" cy="182880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74320" y="2962656"/>
            <a:ext cx="3108960" cy="27432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274320" y="29626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— Gran Pregunta de la Semana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10896" y="329184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nos enseñan los tres relatos de Marcos 4:35–5:43 sobre cómo Jesús acompaña a su pueblo en los reveses, y cómo respondemos nosotros cuando parece que él duerme?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 ·  EXPLORA  —  Tópico 1 de 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6304" y="749808"/>
            <a:ext cx="2633472" cy="4192524"/>
          </a:xfrm>
          <a:prstGeom prst="rect">
            <a:avLst/>
          </a:prstGeom>
          <a:solidFill>
            <a:srgbClr val="1A6B3A">
              <a:alpha val="90000"/>
            </a:srgbClr>
          </a:solidFill>
          <a:ln w="2540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6304" y="749808"/>
            <a:ext cx="64008" cy="4192524"/>
          </a:xfrm>
          <a:prstGeom prst="rect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6304" y="80467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7AE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92608" y="87782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Marcos 4:35-41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92608" y="1353312"/>
            <a:ext cx="2231136" cy="20117"/>
          </a:xfrm>
          <a:prstGeom prst="rect">
            <a:avLst/>
          </a:prstGeom>
          <a:solidFill>
            <a:srgbClr val="7AE8A0">
              <a:alpha val="55000"/>
            </a:srgbClr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92608" y="14447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E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Jesús duerme en la tormenta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92608" y="2322576"/>
            <a:ext cx="2231136" cy="20117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92608" y="2432304"/>
            <a:ext cx="2395728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revela la escena del barco en la tormenta sobre la diferencia entre el miedo de los discípulos y la paz de Jesús?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07792" y="749808"/>
            <a:ext cx="6089904" cy="2515514"/>
          </a:xfrm>
          <a:prstGeom prst="rect">
            <a:avLst/>
          </a:prstGeom>
          <a:solidFill>
            <a:srgbClr val="000000">
              <a:alpha val="58000"/>
            </a:srgbClr>
          </a:solidFill>
          <a:ln w="1524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07792" y="749808"/>
            <a:ext cx="6089904" cy="310896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907792" y="749808"/>
            <a:ext cx="64008" cy="310896"/>
          </a:xfrm>
          <a:prstGeom prst="rect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035808" y="749808"/>
            <a:ext cx="5907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PRINCIPALES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54096" y="1409852"/>
            <a:ext cx="128016" cy="128016"/>
          </a:xfrm>
          <a:prstGeom prst="line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255264" y="111556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sabía que venía la tormenta y sugirió cruzar de todas formas. Dormir en la popa es señal de que quien dirige sabe que llegarán a destino. (Mar. 4:35-38; Sal. 46:1-3)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35808" y="1823009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054096" y="2126437"/>
            <a:ext cx="128016" cy="128016"/>
          </a:xfrm>
          <a:prstGeom prst="line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255264" y="1832153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«¿No te importa que perezcamos?» es la pregunta más honesta en la crisis de fe. Jesús no respondió con un discurso: ordenó al viento y quedó calma. (Mar. 4:38-40; 2 Cor. 4:17)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35808" y="2539594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054096" y="2843022"/>
            <a:ext cx="128016" cy="128016"/>
          </a:xfrm>
          <a:prstGeom prst="line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3255264" y="254873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Luego preguntó: «¿Por qué son tan cobardes? ¿Todavía no tienen fe?» La tormenta fue aula, no abandono. (Fil. 4:6-7; Isa. 41:10)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907792" y="3516874"/>
            <a:ext cx="6089904" cy="1425458"/>
          </a:xfrm>
          <a:prstGeom prst="rect">
            <a:avLst/>
          </a:prstGeom>
          <a:solidFill>
            <a:srgbClr val="1A6B3A">
              <a:alpha val="75000"/>
            </a:srgbClr>
          </a:solidFill>
          <a:ln w="1270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2907792" y="3516874"/>
            <a:ext cx="6089904" cy="27432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017520" y="3516874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7AE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ILUSTRACIÓN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54096" y="3809482"/>
            <a:ext cx="5833872" cy="1077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joven caminaba bajo la lluvia y sonreía en cada relámpago. Su padre le preguntó por qué. Respondió: «Porque Dios me estaba tomando una foto». Los reveses pueden ser ráfagas de luz que revelan quién es Dios.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 ·  EXPLORA  —  Tópico 2 de 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6304" y="749808"/>
            <a:ext cx="2633472" cy="4192524"/>
          </a:xfrm>
          <a:prstGeom prst="rect">
            <a:avLst/>
          </a:prstGeom>
          <a:solidFill>
            <a:srgbClr val="8B2B00">
              <a:alpha val="90000"/>
            </a:srgbClr>
          </a:solidFill>
          <a:ln w="25400">
            <a:solidFill>
              <a:srgbClr val="C0401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6304" y="749808"/>
            <a:ext cx="64008" cy="4192524"/>
          </a:xfrm>
          <a:prstGeom prst="rect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6304" y="80467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F4A8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92608" y="87782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Marcos 5:25-34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92608" y="1353312"/>
            <a:ext cx="2231136" cy="20117"/>
          </a:xfrm>
          <a:prstGeom prst="rect">
            <a:avLst/>
          </a:prstGeom>
          <a:solidFill>
            <a:srgbClr val="F4A878">
              <a:alpha val="55000"/>
            </a:srgbClr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92608" y="14447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A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 en medio del sufrimiento crónico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92608" y="2322576"/>
            <a:ext cx="2231136" cy="20117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92608" y="2432304"/>
            <a:ext cx="2395728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hizo que la mujer que llevaba doce años enferma buscara a Jesús en lugar de rendirse, y cómo esa fe perseverante es el modelo para los reveses prolongados?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07792" y="749808"/>
            <a:ext cx="6089904" cy="2515514"/>
          </a:xfrm>
          <a:prstGeom prst="rect">
            <a:avLst/>
          </a:prstGeom>
          <a:solidFill>
            <a:srgbClr val="000000">
              <a:alpha val="58000"/>
            </a:srgbClr>
          </a:solidFill>
          <a:ln w="15240">
            <a:solidFill>
              <a:srgbClr val="C0401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07792" y="749808"/>
            <a:ext cx="6089904" cy="310896"/>
          </a:xfrm>
          <a:prstGeom prst="rect">
            <a:avLst/>
          </a:prstGeom>
          <a:solidFill>
            <a:srgbClr val="8B2B00"/>
          </a:solidFill>
          <a:ln w="12700">
            <a:solidFill>
              <a:srgbClr val="8B2B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907792" y="749808"/>
            <a:ext cx="64008" cy="310896"/>
          </a:xfrm>
          <a:prstGeom prst="rect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035808" y="749808"/>
            <a:ext cx="5907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PRINCIPALES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54096" y="1409852"/>
            <a:ext cx="128016" cy="128016"/>
          </a:xfrm>
          <a:prstGeom prst="line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255264" y="111556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 años de enfermedad, de gastar todo en médicos sin mejorar, y sin embargo esa mañana salió con esperanza. La fe genuina busca el contacto real, no saber sobre él desde lejos. (Mar. 5:25-28; Mat. 11:28; Heb. 12:2)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35808" y="1823009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054096" y="2126437"/>
            <a:ext cx="128016" cy="128016"/>
          </a:xfrm>
          <a:prstGeom prst="line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255264" y="1832153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sintió que había salido poder de él. No fue la ropa lo que sanó a la mujer; fue su fe y su decisión de ir a él. (Mar. 5:29-34; 2 Cor. 12:9)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35808" y="2539594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054096" y="2843022"/>
            <a:ext cx="128016" cy="128016"/>
          </a:xfrm>
          <a:prstGeom prst="line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3255264" y="254873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la llamó «hija»: el revés se convirtió en la historia de una restauración completa, no solo física sino relacional. (Luc. 8:48)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907792" y="3516874"/>
            <a:ext cx="6089904" cy="1425458"/>
          </a:xfrm>
          <a:prstGeom prst="rect">
            <a:avLst/>
          </a:prstGeom>
          <a:solidFill>
            <a:srgbClr val="8B2B00">
              <a:alpha val="75000"/>
            </a:srgbClr>
          </a:solidFill>
          <a:ln w="12700">
            <a:solidFill>
              <a:srgbClr val="C0401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2907792" y="3516874"/>
            <a:ext cx="6089904" cy="27432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017520" y="3516874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4A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ILUSTRACIÓN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54096" y="3809482"/>
            <a:ext cx="5833872" cy="1077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jóvenes en una situación difícil dejan de acercarse a Jesús porque ya lo han intentado. La mujer de Marcos 5 intentó doce años con médicos. La diferencia la hizo ir a Jesús.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 ·  EXPLORA  —  Tópico 3 de 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6304" y="749808"/>
            <a:ext cx="2633472" cy="4192524"/>
          </a:xfrm>
          <a:prstGeom prst="rect">
            <a:avLst/>
          </a:prstGeom>
          <a:solidFill>
            <a:srgbClr val="1A4A8C">
              <a:alpha val="90000"/>
            </a:srgbClr>
          </a:solidFill>
          <a:ln w="25400">
            <a:solidFill>
              <a:srgbClr val="2A6AC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6304" y="749808"/>
            <a:ext cx="64008" cy="4192524"/>
          </a:xfrm>
          <a:prstGeom prst="rect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6304" y="80467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88C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92608" y="87782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Marcos 5:35-43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92608" y="1353312"/>
            <a:ext cx="2231136" cy="20117"/>
          </a:xfrm>
          <a:prstGeom prst="rect">
            <a:avLst/>
          </a:prstGeom>
          <a:solidFill>
            <a:srgbClr val="88C0F8">
              <a:alpha val="55000"/>
            </a:srgbClr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92608" y="14447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C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Cuando la esperanza parece imposible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92608" y="2322576"/>
            <a:ext cx="2231136" cy="20117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92608" y="2432304"/>
            <a:ext cx="2395728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la frase de Jesús «No tengas miedo; tan solo cree» cuando ya llegó la noticia de la muerte de la hija de Jairo?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07792" y="749808"/>
            <a:ext cx="6089904" cy="2515514"/>
          </a:xfrm>
          <a:prstGeom prst="rect">
            <a:avLst/>
          </a:prstGeom>
          <a:solidFill>
            <a:srgbClr val="000000">
              <a:alpha val="58000"/>
            </a:srgbClr>
          </a:solidFill>
          <a:ln w="15240">
            <a:solidFill>
              <a:srgbClr val="2A6AC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07792" y="749808"/>
            <a:ext cx="6089904" cy="310896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907792" y="749808"/>
            <a:ext cx="64008" cy="310896"/>
          </a:xfrm>
          <a:prstGeom prst="rect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035808" y="749808"/>
            <a:ext cx="5907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PRINCIPALES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54096" y="1409852"/>
            <a:ext cx="128016" cy="128016"/>
          </a:xfrm>
          <a:prstGeom prst="line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255264" y="111556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tengas miedo; tan solo cree»: hay un momento donde la esperanza parece más costosa que la rendición. Jesús habla exactamente en ese momento. (Mar. 5:35-36; Sal. 34:18)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35808" y="1823009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054096" y="2126437"/>
            <a:ext cx="128016" cy="128016"/>
          </a:xfrm>
          <a:prstGeom prst="line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255264" y="1832153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«Niña, levántate»: Jesús entró donde todos se reían por incredulidad, tomó a la niña de la mano y la llamó a la vida. (Mar. 5:40-42; Juan 11:25-26)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35808" y="2539594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054096" y="2843022"/>
            <a:ext cx="128016" cy="128016"/>
          </a:xfrm>
          <a:prstGeom prst="line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3255264" y="254873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mayores reveses —incluso la muerte— no son el fin de la historia cuando Jesús está en ella. (Apoc. 21:4; Rom. 8:28)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907792" y="3516874"/>
            <a:ext cx="6089904" cy="1425458"/>
          </a:xfrm>
          <a:prstGeom prst="rect">
            <a:avLst/>
          </a:prstGeom>
          <a:solidFill>
            <a:srgbClr val="1A4A8C">
              <a:alpha val="75000"/>
            </a:srgbClr>
          </a:solidFill>
          <a:ln w="12700">
            <a:solidFill>
              <a:srgbClr val="2A6AC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2907792" y="3516874"/>
            <a:ext cx="6089904" cy="27432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017520" y="3516874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8C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ILUSTRACIÓN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54096" y="3809482"/>
            <a:ext cx="5833872" cy="1077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discípulos en Emaús pensaban que la muerte de Jesús era el final. Pero él caminaba junto a ellos sin que lo reconocieran. Nuestros mayores reveses muchas veces son el momento donde Jesús está más cerca.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F0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3  ·  APLICA  (REFLEXIONA)  —  Reflexión y aplicación a la vida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01168" y="749808"/>
            <a:ext cx="8741664" cy="1920240"/>
          </a:xfrm>
          <a:prstGeom prst="rect">
            <a:avLst/>
          </a:prstGeom>
          <a:solidFill>
            <a:srgbClr val="000000">
              <a:alpha val="75000"/>
            </a:srgbClr>
          </a:solidFill>
          <a:ln w="2540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201168" y="749808"/>
            <a:ext cx="64008" cy="1920240"/>
          </a:xfrm>
          <a:prstGeom prst="rect">
            <a:avLst/>
          </a:prstGeom>
          <a:solidFill>
            <a:srgbClr val="2E8A4A"/>
          </a:solidFill>
          <a:ln w="12700">
            <a:solidFill>
              <a:srgbClr val="2E8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256032" y="694944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4AE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600" dirty="0"/>
          </a:p>
        </p:txBody>
      </p:sp>
      <p:sp>
        <p:nvSpPr>
          <p:cNvPr id="13" name="Text 10"/>
          <p:cNvSpPr/>
          <p:nvPr/>
        </p:nvSpPr>
        <p:spPr>
          <a:xfrm>
            <a:off x="877824" y="841248"/>
            <a:ext cx="79552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50" i="1" dirty="0">
                <a:solidFill>
                  <a:srgbClr val="EE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 veía sentada en abyecta desesperación, reflexionando: «Si Jesús estuviese en la tierra, iría a él, me postraría a sus pies y le contaría todos mis sufrimientos. No me rechazaría. Tendría misericordia de mí, y yo lo amaría y le serviría por siempre.» En ese momento, se abrió la puerta y entró un personaje de forma y aspecto hermosos."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77824" y="26700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AE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Elena G. de White, Primeros escritos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1168" y="2944368"/>
            <a:ext cx="8741664" cy="4572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329184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Reflexiona: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29184" y="3328416"/>
            <a:ext cx="8485632" cy="1444752"/>
          </a:xfrm>
          <a:prstGeom prst="rect">
            <a:avLst/>
          </a:prstGeom>
          <a:noFill/>
          <a:ln/>
          <a:effectLst>
            <a:outerShdw blurRad="177800" dist="38100" dir="8100000" algn="bl" rotWithShape="0">
              <a:srgbClr val="0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revés estás viviendo ahora mismo que te hace sentir que Jesús está dormido o ausente? ¿Qué te enseñan estos tres relatos de Marcos sobre cómo responder esta semana?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7A1010"/>
          </a:solidFill>
          <a:ln w="12700">
            <a:solidFill>
              <a:srgbClr val="7A101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7A1010"/>
          </a:solidFill>
          <a:ln w="12700">
            <a:solidFill>
              <a:srgbClr val="7A101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B0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4  ·  CREA  —  MI DECISIÓN  ·  Esta semana decido...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2880" y="749808"/>
            <a:ext cx="7059168" cy="347472"/>
          </a:xfrm>
          <a:prstGeom prst="rect">
            <a:avLst/>
          </a:prstGeom>
          <a:solidFill>
            <a:srgbClr val="0E1E34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10896" y="749808"/>
            <a:ext cx="6876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decisión esta semana...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51776" y="749808"/>
            <a:ext cx="877824" cy="347472"/>
          </a:xfrm>
          <a:prstGeom prst="rect">
            <a:avLst/>
          </a:prstGeom>
          <a:solidFill>
            <a:srgbClr val="1A5C28"/>
          </a:solidFill>
          <a:ln w="12700">
            <a:solidFill>
              <a:srgbClr val="5AE0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351776" y="74980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339328" y="749808"/>
            <a:ext cx="877824" cy="347472"/>
          </a:xfrm>
          <a:prstGeom prst="rect">
            <a:avLst/>
          </a:prstGeom>
          <a:solidFill>
            <a:srgbClr val="5C1A1A"/>
          </a:solidFill>
          <a:ln w="1270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339328" y="74980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82880" y="1152144"/>
            <a:ext cx="7059168" cy="1261872"/>
          </a:xfrm>
          <a:prstGeom prst="rect">
            <a:avLst/>
          </a:prstGeom>
          <a:solidFill>
            <a:srgbClr val="0E1E34"/>
          </a:solidFill>
          <a:ln w="15240">
            <a:solidFill>
              <a:srgbClr val="E87C1E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182880" y="1152144"/>
            <a:ext cx="64008" cy="1261872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292608" y="1508760"/>
            <a:ext cx="548640" cy="548640"/>
          </a:xfrm>
          <a:prstGeom prst="lin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29260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69264" y="1261872"/>
            <a:ext cx="6144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 semana acudo a Jesús con la fe de la mujer de Marcos 5, aunque lleve años sufriendo, y le permito que me llame hijo/hija y me restaure (Mar. 5:34; Mat. 11:28).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351776" y="1152144"/>
            <a:ext cx="877824" cy="1261872"/>
          </a:xfrm>
          <a:prstGeom prst="rect">
            <a:avLst/>
          </a:prstGeom>
          <a:solidFill>
            <a:srgbClr val="0A2014"/>
          </a:solidFill>
          <a:ln w="25400">
            <a:solidFill>
              <a:srgbClr val="4AE06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7562088" y="1325880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4AE0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7351776" y="1837944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339328" y="1152144"/>
            <a:ext cx="877824" cy="1261872"/>
          </a:xfrm>
          <a:prstGeom prst="rect">
            <a:avLst/>
          </a:prstGeom>
          <a:solidFill>
            <a:srgbClr val="200A0A"/>
          </a:solidFill>
          <a:ln w="25400">
            <a:solidFill>
              <a:srgbClr val="E0606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8549640" y="1325880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8339328" y="1837944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82880" y="2487168"/>
            <a:ext cx="7059168" cy="1261872"/>
          </a:xfrm>
          <a:prstGeom prst="rect">
            <a:avLst/>
          </a:prstGeom>
          <a:solidFill>
            <a:srgbClr val="0A1828"/>
          </a:solidFill>
          <a:ln w="15240">
            <a:solidFill>
              <a:srgbClr val="E87C1E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182880" y="2487168"/>
            <a:ext cx="64008" cy="1261872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292608" y="2843784"/>
            <a:ext cx="548640" cy="548640"/>
          </a:xfrm>
          <a:prstGeom prst="lin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292608" y="2843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69264" y="2596896"/>
            <a:ext cx="6144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Elijo confiar en el Jesús que duerme en el barco: si él está en la embarcación conmigo, llegaré a la otra orilla aunque haya tormenta (Mar. 4:40; Isa. 43:2; Fil. 4:7).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7351776" y="2487168"/>
            <a:ext cx="877824" cy="1261872"/>
          </a:xfrm>
          <a:prstGeom prst="rect">
            <a:avLst/>
          </a:prstGeom>
          <a:solidFill>
            <a:srgbClr val="0A2014"/>
          </a:solidFill>
          <a:ln w="25400">
            <a:solidFill>
              <a:srgbClr val="4AE06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29"/>
          <p:cNvSpPr/>
          <p:nvPr/>
        </p:nvSpPr>
        <p:spPr>
          <a:xfrm>
            <a:off x="7562088" y="2660904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4AE0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7351776" y="317296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339328" y="2487168"/>
            <a:ext cx="877824" cy="1261872"/>
          </a:xfrm>
          <a:prstGeom prst="rect">
            <a:avLst/>
          </a:prstGeom>
          <a:solidFill>
            <a:srgbClr val="200A0A"/>
          </a:solidFill>
          <a:ln w="25400">
            <a:solidFill>
              <a:srgbClr val="E0606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2"/>
          <p:cNvSpPr/>
          <p:nvPr/>
        </p:nvSpPr>
        <p:spPr>
          <a:xfrm>
            <a:off x="8549640" y="2660904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/>
          <p:nvPr/>
        </p:nvSpPr>
        <p:spPr>
          <a:xfrm>
            <a:off x="8339328" y="317296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82880" y="3822192"/>
            <a:ext cx="7059168" cy="1261872"/>
          </a:xfrm>
          <a:prstGeom prst="rect">
            <a:avLst/>
          </a:prstGeom>
          <a:solidFill>
            <a:srgbClr val="0E1E34"/>
          </a:solidFill>
          <a:ln w="15240">
            <a:solidFill>
              <a:srgbClr val="E87C1E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Shape 35"/>
          <p:cNvSpPr/>
          <p:nvPr/>
        </p:nvSpPr>
        <p:spPr>
          <a:xfrm>
            <a:off x="182880" y="3822192"/>
            <a:ext cx="64008" cy="1261872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6"/>
          <p:cNvSpPr/>
          <p:nvPr/>
        </p:nvSpPr>
        <p:spPr>
          <a:xfrm>
            <a:off x="292608" y="4178808"/>
            <a:ext cx="548640" cy="548640"/>
          </a:xfrm>
          <a:prstGeom prst="lin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7"/>
          <p:cNvSpPr/>
          <p:nvPr/>
        </p:nvSpPr>
        <p:spPr>
          <a:xfrm>
            <a:off x="292608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969264" y="3931920"/>
            <a:ext cx="6144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Comparto con alguien esta semana cómo Jesús ha estado presente en mi propio revés, porque mi historia de fe es el testimonio que más impacta (Apoc. 12:11; Sal. 66:16).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7351776" y="3822192"/>
            <a:ext cx="877824" cy="1261872"/>
          </a:xfrm>
          <a:prstGeom prst="rect">
            <a:avLst/>
          </a:prstGeom>
          <a:solidFill>
            <a:srgbClr val="0A2014"/>
          </a:solidFill>
          <a:ln w="25400">
            <a:solidFill>
              <a:srgbClr val="4AE06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3" name="Shape 40"/>
          <p:cNvSpPr/>
          <p:nvPr/>
        </p:nvSpPr>
        <p:spPr>
          <a:xfrm>
            <a:off x="7562088" y="3995928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4AE0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1"/>
          <p:cNvSpPr/>
          <p:nvPr/>
        </p:nvSpPr>
        <p:spPr>
          <a:xfrm>
            <a:off x="7351776" y="4507992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8339328" y="3822192"/>
            <a:ext cx="877824" cy="1261872"/>
          </a:xfrm>
          <a:prstGeom prst="rect">
            <a:avLst/>
          </a:prstGeom>
          <a:solidFill>
            <a:srgbClr val="200A0A"/>
          </a:solidFill>
          <a:ln w="25400">
            <a:solidFill>
              <a:srgbClr val="E0606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6" name="Shape 43"/>
          <p:cNvSpPr/>
          <p:nvPr/>
        </p:nvSpPr>
        <p:spPr>
          <a:xfrm>
            <a:off x="8549640" y="3995928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4"/>
          <p:cNvSpPr/>
          <p:nvPr/>
        </p:nvSpPr>
        <p:spPr>
          <a:xfrm>
            <a:off x="8339328" y="4507992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182880" y="468630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«¡Serénate, cállate! Y el viento cesó, y sobrevino una gran calma.» (Mar. 4:39)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3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274320" y="621792"/>
            <a:ext cx="85953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¡Gracias!</a:t>
            </a:r>
            <a:endParaRPr lang="en-US" sz="7800" dirty="0"/>
          </a:p>
        </p:txBody>
      </p:sp>
      <p:sp>
        <p:nvSpPr>
          <p:cNvPr id="7" name="Text 4"/>
          <p:cNvSpPr/>
          <p:nvPr/>
        </p:nvSpPr>
        <p:spPr>
          <a:xfrm>
            <a:off x="274320" y="2907792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 err="1">
                <a:solidFill>
                  <a:srgbClr val="E87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Lección</a:t>
            </a:r>
            <a:r>
              <a:rPr lang="en-US" sz="1600" i="1">
                <a:solidFill>
                  <a:srgbClr val="E87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Joven 11  </a:t>
            </a:r>
            <a:r>
              <a:rPr lang="en-US" sz="1600" i="1" dirty="0">
                <a:solidFill>
                  <a:srgbClr val="E87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Reveses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4320" y="3401568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  ·  II Trimestre 2026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1192</Words>
  <Application>Microsoft Macintosh PowerPoint</Application>
  <PresentationFormat>Presentación en pantalla (16:9)</PresentationFormat>
  <Paragraphs>93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Georgia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Bosquejo LES Joven L11 — Reveses</dc:title>
  <dc:subject>PptxGenJS Presentation</dc:subject>
  <dc:creator>Dr. Tito Goicochea M.</dc:creator>
  <cp:lastModifiedBy>Tito Goicochea Malaver</cp:lastModifiedBy>
  <cp:revision>2</cp:revision>
  <dcterms:created xsi:type="dcterms:W3CDTF">2026-03-29T17:48:04Z</dcterms:created>
  <dcterms:modified xsi:type="dcterms:W3CDTF">2026-03-29T18:06:25Z</dcterms:modified>
</cp:coreProperties>
</file>